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Override PartName="/ppt/tags/tag2.xml" ContentType="application/vnd.openxmlformats-officedocument.presentationml.tags+xml"/>
  <Default Extension="jpeg" ContentType="image/jpeg"/>
  <Override PartName="/ppt/tags/tag3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880" r:id="rId4"/>
  </p:sldMasterIdLst>
  <p:notesMasterIdLst>
    <p:notesMasterId r:id="rId13"/>
  </p:notesMasterIdLst>
  <p:sldIdLst>
    <p:sldId id="615" r:id="rId5"/>
    <p:sldId id="794" r:id="rId6"/>
    <p:sldId id="795" r:id="rId7"/>
    <p:sldId id="800" r:id="rId8"/>
    <p:sldId id="796" r:id="rId9"/>
    <p:sldId id="797" r:id="rId10"/>
    <p:sldId id="798" r:id="rId11"/>
    <p:sldId id="785" r:id="rId12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Cover" id="{9A57124D-32B2-1544-B4B2-5F52721FEE0E}">
          <p14:sldIdLst>
            <p14:sldId id="675"/>
            <p14:sldId id="677"/>
          </p14:sldIdLst>
        </p14:section>
        <p14:section name="1.데이터분석" id="{F07704C0-5229-434E-A976-AB14E0E002F8}">
          <p14:sldIdLst/>
        </p14:section>
        <p14:section name="2.분석방법론이해" id="{EC28AB85-EB85-E346-B8ED-5AFEE4A2620E}">
          <p14:sldIdLst/>
        </p14:section>
        <p14:section name="3-1.EDA" id="{6FCD6888-AF97-8E4E-82F7-9CB17E21AF4A}">
          <p14:sldIdLst>
            <p14:sldId id="615"/>
            <p14:sldId id="701"/>
            <p14:sldId id="711"/>
            <p14:sldId id="712"/>
            <p14:sldId id="714"/>
            <p14:sldId id="597"/>
            <p14:sldId id="596"/>
            <p14:sldId id="598"/>
            <p14:sldId id="618"/>
            <p14:sldId id="630"/>
            <p14:sldId id="619"/>
            <p14:sldId id="620"/>
            <p14:sldId id="621"/>
            <p14:sldId id="686"/>
            <p14:sldId id="676"/>
            <p14:sldId id="622"/>
            <p14:sldId id="623"/>
            <p14:sldId id="631"/>
            <p14:sldId id="663"/>
            <p14:sldId id="624"/>
            <p14:sldId id="600"/>
            <p14:sldId id="627"/>
            <p14:sldId id="625"/>
            <p14:sldId id="601"/>
            <p14:sldId id="602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617"/>
            <p14:sldId id="674"/>
            <p14:sldId id="637"/>
            <p14:sldId id="638"/>
            <p14:sldId id="700"/>
            <p14:sldId id="639"/>
            <p14:sldId id="717"/>
            <p14:sldId id="640"/>
          </p14:sldIdLst>
        </p14:section>
        <p14:section name="3-2.Preprocessing" id="{566F7D44-3DAF-574A-860E-760EEFAD7D55}">
          <p14:sldIdLst>
            <p14:sldId id="607"/>
            <p14:sldId id="608"/>
            <p14:sldId id="609"/>
            <p14:sldId id="642"/>
            <p14:sldId id="641"/>
            <p14:sldId id="644"/>
            <p14:sldId id="696"/>
            <p14:sldId id="695"/>
            <p14:sldId id="643"/>
            <p14:sldId id="610"/>
            <p14:sldId id="664"/>
            <p14:sldId id="665"/>
            <p14:sldId id="667"/>
            <p14:sldId id="673"/>
            <p14:sldId id="678"/>
            <p14:sldId id="679"/>
            <p14:sldId id="680"/>
            <p14:sldId id="681"/>
            <p14:sldId id="682"/>
            <p14:sldId id="683"/>
            <p14:sldId id="716"/>
            <p14:sldId id="687"/>
            <p14:sldId id="698"/>
            <p14:sldId id="656"/>
            <p14:sldId id="657"/>
            <p14:sldId id="658"/>
            <p14:sldId id="659"/>
            <p14:sldId id="660"/>
            <p14:sldId id="685"/>
          </p14:sldIdLst>
        </p14:section>
        <p14:section name="3-3.Statistics" id="{C44269E8-7EBA-7744-8BCF-E4E91FB70420}">
          <p14:sldIdLst/>
        </p14:section>
        <p14:section name="3-4.확률분포" id="{D8D4E13B-461E-B048-9639-F465A00E826C}">
          <p14:sldIdLst/>
        </p14:section>
        <p14:section name="3-5.상관관계" id="{B9998470-636B-784C-A94C-11503699E7F1}">
          <p14:sldIdLst/>
        </p14:section>
        <p14:section name="3-6.회귀분석" id="{5BF60961-50C2-1D48-A4EC-AF8D51F0BC98}">
          <p14:sldIdLst/>
        </p14:section>
        <p14:section name="EoD" id="{B0874A0F-D9D7-2D41-9513-8093E949BB7C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3589" userDrawn="1">
          <p15:clr>
            <a:srgbClr val="A4A3A4"/>
          </p15:clr>
        </p15:guide>
        <p15:guide id="3" pos="217" userDrawn="1">
          <p15:clr>
            <a:srgbClr val="A4A3A4"/>
          </p15:clr>
        </p15:guide>
        <p15:guide id="4" pos="3075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6114" userDrawn="1">
          <p15:clr>
            <a:srgbClr val="A4A3A4"/>
          </p15:clr>
        </p15:guide>
        <p15:guide id="7" orient="horz" pos="640" userDrawn="1">
          <p15:clr>
            <a:srgbClr val="A4A3A4"/>
          </p15:clr>
        </p15:guide>
        <p15:guide id="8" pos="32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정훈(LEE Junghoon)/DX Acceleration팀/SK" initials="이JA" lastIdx="1" clrIdx="0">
    <p:extLst>
      <p:ext uri="{19B8F6BF-5375-455C-9EA6-DF929625EA0E}">
        <p15:presenceInfo xmlns="" xmlns:p15="http://schemas.microsoft.com/office/powerpoint/2012/main" userId="S::04402@skcc.com::30958a0a-4649-4253-a6a8-c8610f50df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70C0"/>
    <a:srgbClr val="EA002C"/>
    <a:srgbClr val="FF7A00"/>
    <a:srgbClr val="006600"/>
    <a:srgbClr val="E0E0E0"/>
    <a:srgbClr val="E8E8EA"/>
    <a:srgbClr val="333F50"/>
    <a:srgbClr val="FFFF99"/>
    <a:srgbClr val="E4E4E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3011D-24D1-4D81-9726-702C8EFC5B77}" v="16" dt="2024-11-14T07:34:07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8830" autoAdjust="0"/>
    <p:restoredTop sz="89167" autoAdjust="0"/>
  </p:normalViewPr>
  <p:slideViewPr>
    <p:cSldViewPr snapToGrid="0">
      <p:cViewPr varScale="1">
        <p:scale>
          <a:sx n="100" d="100"/>
          <a:sy n="100" d="100"/>
        </p:scale>
        <p:origin x="-2064" y="-84"/>
      </p:cViewPr>
      <p:guideLst>
        <p:guide orient="horz" pos="3589"/>
        <p:guide orient="horz" pos="709"/>
        <p:guide orient="horz" pos="640"/>
        <p:guide pos="217"/>
        <p:guide pos="3075"/>
        <p:guide pos="6114"/>
        <p:guide pos="32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1059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10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10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영옥(KIM Youngok)/Talent Development팀/SK" userId="7950cb5c-ae8f-49ba-9c38-2b3ced9c246d" providerId="ADAL" clId="{AEA78BFF-9D05-430C-BDFC-F91FAF29E47F}"/>
    <pc:docChg chg="undo redo custSel addSld delSld modSld sldOrd modMainMaster addSection modSection">
      <pc:chgData name="김영옥(KIM Youngok)/Talent Development팀/SK" userId="7950cb5c-ae8f-49ba-9c38-2b3ced9c246d" providerId="ADAL" clId="{AEA78BFF-9D05-430C-BDFC-F91FAF29E47F}" dt="2024-10-18T22:15:13.311" v="3524" actId="1076"/>
      <pc:docMkLst>
        <pc:docMk/>
      </pc:docMkLst>
      <pc:sldChg chg="addSp modSp del mod chgLayout">
        <pc:chgData name="김영옥(KIM Youngok)/Talent Development팀/SK" userId="7950cb5c-ae8f-49ba-9c38-2b3ced9c246d" providerId="ADAL" clId="{AEA78BFF-9D05-430C-BDFC-F91FAF29E47F}" dt="2024-10-18T09:14:01.729" v="2923" actId="47"/>
        <pc:sldMkLst>
          <pc:docMk/>
          <pc:sldMk cId="3634932426" sldId="516"/>
        </pc:sldMkLst>
        <pc:spChg chg="add mod">
          <ac:chgData name="김영옥(KIM Youngok)/Talent Development팀/SK" userId="7950cb5c-ae8f-49ba-9c38-2b3ced9c246d" providerId="ADAL" clId="{AEA78BFF-9D05-430C-BDFC-F91FAF29E47F}" dt="2024-10-18T06:50:02.098" v="1028" actId="3064"/>
          <ac:spMkLst>
            <pc:docMk/>
            <pc:sldMk cId="3634932426" sldId="516"/>
            <ac:spMk id="2" creationId="{2DD66625-F804-4D60-51F2-CA2FEDAED3A9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55:02.146" v="2506" actId="27636"/>
          <ac:spMkLst>
            <pc:docMk/>
            <pc:sldMk cId="3634932426" sldId="516"/>
            <ac:spMk id="3" creationId="{AA972E88-5D9D-BB4D-080F-A38C61168D0A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54:57.325" v="2504" actId="700"/>
          <ac:spMkLst>
            <pc:docMk/>
            <pc:sldMk cId="3634932426" sldId="516"/>
            <ac:spMk id="4" creationId="{D3D27A72-F06A-166B-AFD7-0F971AEE2764}"/>
          </ac:spMkLst>
        </pc:spChg>
      </pc:sldChg>
      <pc:sldChg chg="addSp delSp modSp del mod modClrScheme chgLayout">
        <pc:chgData name="김영옥(KIM Youngok)/Talent Development팀/SK" userId="7950cb5c-ae8f-49ba-9c38-2b3ced9c246d" providerId="ADAL" clId="{AEA78BFF-9D05-430C-BDFC-F91FAF29E47F}" dt="2024-10-18T02:21:41.785" v="231" actId="47"/>
        <pc:sldMkLst>
          <pc:docMk/>
          <pc:sldMk cId="2182100058" sldId="517"/>
        </pc:sldMkLst>
        <pc:spChg chg="del mod ord">
          <ac:chgData name="김영옥(KIM Youngok)/Talent Development팀/SK" userId="7950cb5c-ae8f-49ba-9c38-2b3ced9c246d" providerId="ADAL" clId="{AEA78BFF-9D05-430C-BDFC-F91FAF29E47F}" dt="2024-10-18T01:31:43.157" v="177" actId="478"/>
          <ac:spMkLst>
            <pc:docMk/>
            <pc:sldMk cId="2182100058" sldId="517"/>
            <ac:spMk id="2" creationId="{9F53A7C6-A607-F4D4-8656-9C75CD1D24A9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2:19:32.493" v="193" actId="11"/>
          <ac:spMkLst>
            <pc:docMk/>
            <pc:sldMk cId="2182100058" sldId="517"/>
            <ac:spMk id="3" creationId="{6D62CCC0-6543-051E-86B0-EA8EF3A8F72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1:31:39.004" v="176" actId="700"/>
          <ac:spMkLst>
            <pc:docMk/>
            <pc:sldMk cId="2182100058" sldId="517"/>
            <ac:spMk id="4" creationId="{A00E7112-1CF9-13F1-862C-735BCE3E3029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2:17:47.586" v="181" actId="478"/>
          <ac:spMkLst>
            <pc:docMk/>
            <pc:sldMk cId="2182100058" sldId="517"/>
            <ac:spMk id="5" creationId="{27E3471E-A997-1DC1-3CCE-E71CD33CDEA4}"/>
          </ac:spMkLst>
        </pc:spChg>
      </pc:sldChg>
      <pc:sldChg chg="addSp delSp modSp mod modClrScheme chgLayout">
        <pc:chgData name="김영옥(KIM Youngok)/Talent Development팀/SK" userId="7950cb5c-ae8f-49ba-9c38-2b3ced9c246d" providerId="ADAL" clId="{AEA78BFF-9D05-430C-BDFC-F91FAF29E47F}" dt="2024-10-18T09:14:45.788" v="2925" actId="6549"/>
        <pc:sldMkLst>
          <pc:docMk/>
          <pc:sldMk cId="3547685088" sldId="518"/>
        </pc:sldMkLst>
        <pc:spChg chg="add mod">
          <ac:chgData name="김영옥(KIM Youngok)/Talent Development팀/SK" userId="7950cb5c-ae8f-49ba-9c38-2b3ced9c246d" providerId="ADAL" clId="{AEA78BFF-9D05-430C-BDFC-F91FAF29E47F}" dt="2024-10-18T09:11:09.413" v="2851" actId="1035"/>
          <ac:spMkLst>
            <pc:docMk/>
            <pc:sldMk cId="3547685088" sldId="518"/>
            <ac:spMk id="2" creationId="{4BFBDF32-353D-2C4E-BAF0-349E30CD9B76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48:34.988" v="2236" actId="700"/>
          <ac:spMkLst>
            <pc:docMk/>
            <pc:sldMk cId="3547685088" sldId="518"/>
            <ac:spMk id="3" creationId="{94FD6E31-B50F-A978-CA47-9EE710B3ED52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14:45.788" v="2925" actId="6549"/>
          <ac:spMkLst>
            <pc:docMk/>
            <pc:sldMk cId="3547685088" sldId="518"/>
            <ac:spMk id="4" creationId="{EA112CF0-5531-9D46-35A8-8A5771E6D7C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0:41.903" v="2840" actId="700"/>
          <ac:spMkLst>
            <pc:docMk/>
            <pc:sldMk cId="3547685088" sldId="518"/>
            <ac:spMk id="5" creationId="{CCA26349-FAF5-2AB6-E4B7-60516DBEABA3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48:29.583" v="2235" actId="700"/>
          <ac:spMkLst>
            <pc:docMk/>
            <pc:sldMk cId="3547685088" sldId="518"/>
            <ac:spMk id="6" creationId="{DAA4C4F2-3C9F-97BD-FD48-5AB76869DF57}"/>
          </ac:spMkLst>
        </pc:spChg>
      </pc:sldChg>
      <pc:sldChg chg="addSp delSp modSp mod ord modClrScheme chgLayout">
        <pc:chgData name="김영옥(KIM Youngok)/Talent Development팀/SK" userId="7950cb5c-ae8f-49ba-9c38-2b3ced9c246d" providerId="ADAL" clId="{AEA78BFF-9D05-430C-BDFC-F91FAF29E47F}" dt="2024-10-18T09:08:41.799" v="2820" actId="20577"/>
        <pc:sldMkLst>
          <pc:docMk/>
          <pc:sldMk cId="18869366" sldId="519"/>
        </pc:sldMkLst>
        <pc:spChg chg="add del mod ord">
          <ac:chgData name="김영옥(KIM Youngok)/Talent Development팀/SK" userId="7950cb5c-ae8f-49ba-9c38-2b3ced9c246d" providerId="ADAL" clId="{AEA78BFF-9D05-430C-BDFC-F91FAF29E47F}" dt="2024-10-18T07:33:38.148" v="1436" actId="700"/>
          <ac:spMkLst>
            <pc:docMk/>
            <pc:sldMk cId="18869366" sldId="519"/>
            <ac:spMk id="2" creationId="{9BF455BF-E7A3-0B52-1476-56166147C5E0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7:33:38.148" v="1436" actId="700"/>
          <ac:spMkLst>
            <pc:docMk/>
            <pc:sldMk cId="18869366" sldId="519"/>
            <ac:spMk id="3" creationId="{3F1A69C0-4019-6120-0CA8-56F0690C864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8" creationId="{574594A4-79B5-FC72-A3DC-CED89CDB331C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9" creationId="{C2189118-CF94-CEF2-EBCB-4EC3C750CCA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0" creationId="{CA1FD372-604B-16F9-CC78-71F3DECC9B37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8:41.799" v="2820" actId="20577"/>
          <ac:spMkLst>
            <pc:docMk/>
            <pc:sldMk cId="18869366" sldId="519"/>
            <ac:spMk id="11" creationId="{B7447AEA-025A-4CF4-E715-05D191E11D6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2" creationId="{C8AE2C82-D670-E609-1EED-244223DFBD8D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03:57.839" v="1903" actId="700"/>
          <ac:spMkLst>
            <pc:docMk/>
            <pc:sldMk cId="18869366" sldId="519"/>
            <ac:spMk id="13" creationId="{08B4E1BF-0EF2-B5EF-6FC2-37B67FB11A1C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03:57.839" v="1903" actId="700"/>
          <ac:spMkLst>
            <pc:docMk/>
            <pc:sldMk cId="18869366" sldId="519"/>
            <ac:spMk id="14" creationId="{F5E0677A-9BC5-253C-2822-5274342ABDF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5" creationId="{44616F07-1E82-4F1D-8A04-4C0F19156AF2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6" creationId="{57F0E2C1-168B-17F3-1E97-C513118DBEA2}"/>
          </ac:spMkLst>
        </pc:spChg>
        <pc:picChg chg="add mod modCrop">
          <ac:chgData name="김영옥(KIM Youngok)/Talent Development팀/SK" userId="7950cb5c-ae8f-49ba-9c38-2b3ced9c246d" providerId="ADAL" clId="{AEA78BFF-9D05-430C-BDFC-F91FAF29E47F}" dt="2024-10-18T08:04:03.239" v="1904" actId="1076"/>
          <ac:picMkLst>
            <pc:docMk/>
            <pc:sldMk cId="18869366" sldId="519"/>
            <ac:picMk id="5" creationId="{4C8EA1F8-FB67-A25C-0892-0AAF9754C1A8}"/>
          </ac:picMkLst>
        </pc:picChg>
        <pc:picChg chg="add del mod">
          <ac:chgData name="김영옥(KIM Youngok)/Talent Development팀/SK" userId="7950cb5c-ae8f-49ba-9c38-2b3ced9c246d" providerId="ADAL" clId="{AEA78BFF-9D05-430C-BDFC-F91FAF29E47F}" dt="2024-10-18T07:36:07.825" v="1499" actId="478"/>
          <ac:picMkLst>
            <pc:docMk/>
            <pc:sldMk cId="18869366" sldId="519"/>
            <ac:picMk id="7" creationId="{C976823B-BEFC-E4C9-28F1-7348374762F1}"/>
          </ac:picMkLst>
        </pc:picChg>
      </pc:sldChg>
      <pc:sldChg chg="del">
        <pc:chgData name="김영옥(KIM Youngok)/Talent Development팀/SK" userId="7950cb5c-ae8f-49ba-9c38-2b3ced9c246d" providerId="ADAL" clId="{AEA78BFF-9D05-430C-BDFC-F91FAF29E47F}" dt="2024-10-18T07:23:09.746" v="1086" actId="47"/>
        <pc:sldMkLst>
          <pc:docMk/>
          <pc:sldMk cId="1547128689" sldId="520"/>
        </pc:sldMkLst>
      </pc:sldChg>
      <pc:sldChg chg="addSp delSp modSp new mod ord modClrScheme chgLayout">
        <pc:chgData name="김영옥(KIM Youngok)/Talent Development팀/SK" userId="7950cb5c-ae8f-49ba-9c38-2b3ced9c246d" providerId="ADAL" clId="{AEA78BFF-9D05-430C-BDFC-F91FAF29E47F}" dt="2024-10-18T22:09:18.045" v="2949" actId="14100"/>
        <pc:sldMkLst>
          <pc:docMk/>
          <pc:sldMk cId="829160138" sldId="521"/>
        </pc:sldMkLst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2" creationId="{27AB7EF8-F4AD-CD82-D2A0-02558E99B4B2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3" creationId="{FE30F370-E4CF-9BD2-EDD9-D7F271802A0A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4" creationId="{50A7AA8D-E30E-8684-70E8-9A63190B6B9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6" creationId="{9C36DEFC-60B2-4555-2BFC-E52C503A838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8" creationId="{6EDD7BE6-254A-8F83-768F-6EF58AE5AE2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9" creationId="{37C6A6AC-EAA7-860D-BFEA-AC600A08320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0" creationId="{C9C2F4C4-C8AB-6308-C36D-6B5FE8916DF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1" creationId="{88D63727-5632-FAB4-4CE5-02F63E70C86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3" creationId="{7F83FBED-7D9B-92A9-8E47-38ED6F14319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5" creationId="{37622BE3-7272-027F-3FE2-58B76729A8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6" creationId="{E414E1A6-F975-6713-954A-1C38EBF8828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7" creationId="{ACD9F114-ED08-1C74-0D15-1FCFD1997CE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8" creationId="{A2350474-FBD2-6AA7-97EE-CB854965BE4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0" creationId="{3805461C-22B8-5AB1-BAE9-6360FBE3042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1" creationId="{FF21F343-CB0C-9B34-126F-C718F893B55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2" creationId="{1DEB9D6D-29BC-D25E-2A07-E9C109647BF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3" creationId="{6A2CB4F6-9F09-ECD5-53C8-9F0721A71E0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4" creationId="{68ED90DE-224B-316C-B3AD-E2F225CB163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5" creationId="{675C47CF-5B2B-7F13-B606-B5C5B0F6047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8:34:37.923" v="2039" actId="478"/>
          <ac:spMkLst>
            <pc:docMk/>
            <pc:sldMk cId="829160138" sldId="521"/>
            <ac:spMk id="26" creationId="{C48CA1C5-4AE4-3C2B-B1AF-47972A51FE5C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8:34:37.923" v="2039" actId="478"/>
          <ac:spMkLst>
            <pc:docMk/>
            <pc:sldMk cId="829160138" sldId="521"/>
            <ac:spMk id="27" creationId="{5C9E931B-E793-B164-B1C9-3A2B2B2FE25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0" creationId="{20793366-2ED6-1E19-6F1A-D1CC48D6AC9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1" creationId="{359A3F09-FDCF-2019-9354-5B5B759864B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2" creationId="{8D9C48C1-50A8-6F30-A948-102C03A8879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5" creationId="{2A0FD49C-B9E7-3336-9002-DB25E1A82F8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6" creationId="{BB12363F-1E66-F9B3-A617-3049EBCD41C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7" creationId="{F38B58FE-4283-72D3-9A1C-8E1BBDBB285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0" creationId="{B59CCA15-5F51-E6DD-D236-0C677E7C26D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1" creationId="{8864567A-AD6A-43EF-C204-38416E0FB59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2" creationId="{9F87E9E2-CC82-00BA-FA1C-9BB2ABD6646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09:18.045" v="2949" actId="14100"/>
          <ac:spMkLst>
            <pc:docMk/>
            <pc:sldMk cId="829160138" sldId="521"/>
            <ac:spMk id="43" creationId="{D1A1E04E-5E71-42BA-7D01-84490160D8E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09:18.045" v="2949" actId="14100"/>
          <ac:spMkLst>
            <pc:docMk/>
            <pc:sldMk cId="829160138" sldId="521"/>
            <ac:spMk id="44" creationId="{F17F3BBC-2334-E362-4114-A2A051DB17A8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5" creationId="{4A890A0F-1FA1-B863-9F66-67C1AC42F582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7" creationId="{3CDDA92D-1115-7D96-2D90-0BA9C16D76AC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12" creationId="{177F8749-063E-8461-9563-78B3214321D9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14" creationId="{93F54EB7-C288-9432-5C6E-96AE9122EB19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19" creationId="{71209EFA-14B8-3DFF-A5E8-4D46C8CB22F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28" creationId="{DBE8A243-C4CC-C45C-8F32-CFB5BB5E307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29" creationId="{0B6D0976-E305-806E-93FB-6FF8F547661E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3" creationId="{DC760C8B-EB02-52F2-60C7-E9C881D680F5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4" creationId="{0C469651-1042-6712-587D-335ED5C6B81F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38" creationId="{03D3B96C-A9FD-EDD4-0614-6078640DF063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9" creationId="{D6ED759E-BD7C-3BF2-000F-54DA19D72FBD}"/>
          </ac:grpSpMkLst>
        </pc:grpChg>
      </pc:sldChg>
      <pc:sldChg chg="addSp delSp modSp new mod">
        <pc:chgData name="김영옥(KIM Youngok)/Talent Development팀/SK" userId="7950cb5c-ae8f-49ba-9c38-2b3ced9c246d" providerId="ADAL" clId="{AEA78BFF-9D05-430C-BDFC-F91FAF29E47F}" dt="2024-10-18T07:53:16.707" v="1701" actId="14861"/>
        <pc:sldMkLst>
          <pc:docMk/>
          <pc:sldMk cId="3191638873" sldId="522"/>
        </pc:sldMkLst>
        <pc:spChg chg="add mod">
          <ac:chgData name="김영옥(KIM Youngok)/Talent Development팀/SK" userId="7950cb5c-ae8f-49ba-9c38-2b3ced9c246d" providerId="ADAL" clId="{AEA78BFF-9D05-430C-BDFC-F91FAF29E47F}" dt="2024-10-18T01:24:31.481" v="107" actId="2711"/>
          <ac:spMkLst>
            <pc:docMk/>
            <pc:sldMk cId="3191638873" sldId="522"/>
            <ac:spMk id="3" creationId="{B2D709DB-6554-000B-CEA2-46F003CC69E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1:25:25.587" v="109" actId="2711"/>
          <ac:spMkLst>
            <pc:docMk/>
            <pc:sldMk cId="3191638873" sldId="522"/>
            <ac:spMk id="4" creationId="{490996B4-0F85-134A-C824-DD7A8407892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" creationId="{9B746159-C364-853A-946A-B10A9E938B0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0" creationId="{470D7BA0-71B3-BAEB-D519-D5D3124BDFF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3" creationId="{1C5B03D0-461B-358E-67A2-ECA583CAD40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6" creationId="{C228ADDB-84C4-CD48-30F7-6FC4F4EAE23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17" creationId="{05294795-7D5E-12FF-09DA-952D8306F81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9" creationId="{3D8D4494-7D61-9E86-4E7A-796E772E2BD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0" creationId="{25547059-F023-AE34-D9B7-B7A871703D6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2" creationId="{57355CB3-1174-1BF4-6C93-890D8F2B8F4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3" creationId="{01733983-F9D1-AF6D-ACFE-74A5520C473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5" creationId="{D5C9E4CF-5F93-3E19-9A55-9FEA45E9955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6" creationId="{3AE4E06C-382E-3B24-D376-C7B43229C76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8" creationId="{F3C1DBB8-30C1-1A3D-68FE-A891AE6D9DE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9" creationId="{F48963F7-2B6D-C30F-72B3-3AF06BD2F48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1" creationId="{0AB408B6-8237-4329-E867-FFA427D45B1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2" creationId="{6CFC2400-649C-704D-9C9A-4F4F6CED27F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4" creationId="{0FFC15E1-395C-3365-1E7A-BE43563A3B6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5" creationId="{083DFD8F-6BE7-03D1-9B90-28A0C9D6959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6" creationId="{2D09E118-C055-E7BA-74FC-83A9BDEF52A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7" creationId="{DA7B8F8C-0B1F-4D91-B95E-05E680E6EAB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8" creationId="{C184E6AA-99C2-1AF7-14BC-9F96CBAA45A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9" creationId="{2EF03A8B-34B0-7875-B3AC-987E16D3514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0" creationId="{BDCD3699-2229-7617-4149-63299F103F3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1" creationId="{57BC472D-3E3C-F60E-0E9D-A835C7DEFB1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2" creationId="{FEDE77ED-BA79-81CC-2656-D3E15DFF711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3" creationId="{785CAB53-74A7-388D-5DDB-2EFD0A4B903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4" creationId="{39C572EE-30FF-4A44-CD1E-C8543C3E503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5" creationId="{5BE860CB-E1A7-641A-35C8-7DA00E114FA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6" creationId="{5CE0BF60-0D5E-E8E4-833A-F7218156FCE0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7" creationId="{10796147-20F1-AE6D-9309-3627A54E9B8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8" creationId="{2235EE56-F990-0F28-7E65-7E108067613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9" creationId="{71572DEA-8257-4FFC-C7AA-A38FB46EADD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0" creationId="{D7B1B2CC-75C1-4D3F-8DE9-DD77307E5B00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1" creationId="{E44DEEDA-AAFB-487C-114C-F93989B197E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2" creationId="{7E450667-2EF0-B4E2-8E62-E37529E1E80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3" creationId="{DBF5933A-0262-2456-70B9-A1CF9932E82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4" creationId="{4B16B0C4-046C-1118-2DC0-3651AED77C0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5" creationId="{E2B7C84A-F767-F152-800B-9A5AE9595FB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6" creationId="{AB244053-0AD3-F8CC-DC9C-A33261326B86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7" creationId="{E1F5B5AD-E641-AC4B-9B0A-3FF38F11CFF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8" creationId="{06FB5AD8-6D62-7CBC-9285-83AD7A4999C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9" creationId="{4B5C8B15-5FBB-18D0-82E7-3FB0E58473A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0" creationId="{2B6A8A31-A1F1-3259-6211-975B2F1C14A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1" creationId="{C66C1544-9C07-C0EA-8305-FAEA22E45BE7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2" creationId="{038B6E3F-5A04-02EE-F8AB-8D2517DC02A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3" creationId="{E77CCB54-5A40-BF47-4135-A05F920D067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4" creationId="{BE1FAAAD-E96D-B54D-46FD-78214BC2148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5" creationId="{394AE7F8-F33A-2D57-3F22-EBA31A8BBEA6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6" creationId="{AC9A6947-1F57-CC2A-F938-0E5763C68F8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7" creationId="{24699250-7236-167E-284F-CF865CC3C48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8" creationId="{EDE600CC-728C-7A66-4376-133CAD2CBC2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0" creationId="{99F6847C-2E07-E4E2-15CC-05577C4AC83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1" creationId="{80301730-B075-763F-48DD-F788A0C3678C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2" creationId="{C9E0292E-DD41-D7F4-4F72-10A9E2CB388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3" creationId="{8B2C2BC0-C1AB-7408-E43B-792A6378250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4" creationId="{913BCA42-3088-44BF-F8F2-4683E68EAF3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5" creationId="{126274C6-E94E-ECC1-CF7D-7EFB7CCC3F7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6" creationId="{149D1CBA-8DBC-F4E6-027F-783AB2D498C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7" creationId="{8DEAC9D0-A3FB-6E79-2F34-AD488FE0BFA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8" creationId="{FEB3A36C-9FC7-B8FE-C23D-66C69F2E6F3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9" creationId="{B0F4B92E-5897-ED76-C485-507C872DB33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80" creationId="{2A32CCE6-9425-7C7A-4C6E-7A6AB41A9E8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2" creationId="{59A51E79-1FF2-4CBE-3939-23683DEAF89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3" creationId="{02ECF0A7-5CA8-4B4C-0A88-C8463E97CD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5" creationId="{285F86F9-2287-77A7-8781-579BF806A15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6" creationId="{FDF880C2-680A-FD4C-9AB7-64B57CAD21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88" creationId="{55908446-F853-8311-A459-53718006884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3:03.288" v="1699"/>
          <ac:spMkLst>
            <pc:docMk/>
            <pc:sldMk cId="3191638873" sldId="522"/>
            <ac:spMk id="91" creationId="{79507232-F4EF-A78E-39F6-52905BD8DA3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92" creationId="{052B2DFF-9F60-9042-0251-E6572C5FDC5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3:03.288" v="1699"/>
          <ac:spMkLst>
            <pc:docMk/>
            <pc:sldMk cId="3191638873" sldId="522"/>
            <ac:spMk id="96" creationId="{584D3C0C-EC9D-5A90-AC89-237DD38990D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97" creationId="{BA171B1D-596F-20C2-3D2F-904B90B7EED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16.707" v="1701" actId="14861"/>
          <ac:spMkLst>
            <pc:docMk/>
            <pc:sldMk cId="3191638873" sldId="522"/>
            <ac:spMk id="99" creationId="{4306BBF0-03A2-46D7-5049-554AA8FE856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100" creationId="{28437E38-87A1-9F67-EA6B-6DB774B3EC4F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5" creationId="{B44CC781-7ED8-34D3-D718-DFACC8F2D382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" creationId="{1B7D502B-148F-7742-CE1B-448F724044E7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1" creationId="{F4E2D12B-FE97-44ED-E413-14A1455CF4B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4" creationId="{666F7404-D284-F59D-18C7-90B592A1A64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8" creationId="{254497D4-9B42-065B-B217-EECF7B446D3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1" creationId="{C7D74F0B-1ABB-325D-92B0-D5979384807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4" creationId="{5F20B8F7-47A7-C714-3D1B-9E56838F195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7" creationId="{40301C5D-99C1-5647-B609-E861A1CDEF56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30" creationId="{71EF1349-F65E-BDBE-7A79-D625B6EDC632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33" creationId="{856591E8-4035-9708-F469-0E21659EE89C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69" creationId="{FA932168-9733-0A8B-DB1F-ACD479E9563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1" creationId="{9A70F50C-71E4-0B17-D27F-AA0750489CDD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4" creationId="{B15E3E8A-A40F-71D7-5F46-8FB6D35470A5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3:06.236" v="1700" actId="1076"/>
          <ac:grpSpMkLst>
            <pc:docMk/>
            <pc:sldMk cId="3191638873" sldId="522"/>
            <ac:grpSpMk id="89" creationId="{273D1AF1-C258-E497-4E01-FF9BE09998B9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3:06.236" v="1700" actId="1076"/>
          <ac:grpSpMkLst>
            <pc:docMk/>
            <pc:sldMk cId="3191638873" sldId="522"/>
            <ac:grpSpMk id="94" creationId="{41F55F08-D841-04A8-ABF5-4A6FD35F8F3E}"/>
          </ac:grpSpMkLst>
        </pc:grpChg>
        <pc:graphicFrameChg chg="add mod">
          <ac:chgData name="김영옥(KIM Youngok)/Talent Development팀/SK" userId="7950cb5c-ae8f-49ba-9c38-2b3ced9c246d" providerId="ADAL" clId="{AEA78BFF-9D05-430C-BDFC-F91FAF29E47F}" dt="2024-10-18T07:53:06.236" v="1700" actId="1076"/>
          <ac:graphicFrameMkLst>
            <pc:docMk/>
            <pc:sldMk cId="3191638873" sldId="522"/>
            <ac:graphicFrameMk id="87" creationId="{76100D0F-7716-0609-8E2E-DC188D20E4A4}"/>
          </ac:graphicFrameMkLst>
        </pc:graphicFrame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6" creationId="{A678CCAD-356E-3EF0-1AA1-3077C20F8E0E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9" creationId="{07EDCCC3-2D99-AE87-9DD7-FFA71F54920E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12" creationId="{A84CF1F3-0D9E-6C5F-A7F4-F2AA02A78166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15" creationId="{D7B72D24-2768-6E7E-9E2A-9102B1105255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3:03.288" v="1699"/>
          <ac:picMkLst>
            <pc:docMk/>
            <pc:sldMk cId="3191638873" sldId="522"/>
            <ac:picMk id="90" creationId="{D314A4B6-1EF0-3ED6-EE80-C6B55557DDE0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3:03.288" v="1699"/>
          <ac:picMkLst>
            <pc:docMk/>
            <pc:sldMk cId="3191638873" sldId="522"/>
            <ac:picMk id="95" creationId="{14D30178-D9A1-553A-FF74-1C11FF57EFCE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7:53:06.236" v="1700" actId="1076"/>
          <ac:cxnSpMkLst>
            <pc:docMk/>
            <pc:sldMk cId="3191638873" sldId="522"/>
            <ac:cxnSpMk id="93" creationId="{027EC452-3DD1-95B2-3564-A4B197ED7D1F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7:53:06.236" v="1700" actId="1076"/>
          <ac:cxnSpMkLst>
            <pc:docMk/>
            <pc:sldMk cId="3191638873" sldId="522"/>
            <ac:cxnSpMk id="98" creationId="{895EA4FD-23D6-B513-0C31-29181ED59C3D}"/>
          </ac:cxnSpMkLst>
        </pc:cxnChg>
      </pc:sldChg>
      <pc:sldChg chg="modSp new mod chgLayout">
        <pc:chgData name="김영옥(KIM Youngok)/Talent Development팀/SK" userId="7950cb5c-ae8f-49ba-9c38-2b3ced9c246d" providerId="ADAL" clId="{AEA78BFF-9D05-430C-BDFC-F91FAF29E47F}" dt="2024-10-18T08:53:30.462" v="2470" actId="20577"/>
        <pc:sldMkLst>
          <pc:docMk/>
          <pc:sldMk cId="146577214" sldId="523"/>
        </pc:sldMkLst>
        <pc:spChg chg="mod ord">
          <ac:chgData name="김영옥(KIM Youngok)/Talent Development팀/SK" userId="7950cb5c-ae8f-49ba-9c38-2b3ced9c246d" providerId="ADAL" clId="{AEA78BFF-9D05-430C-BDFC-F91FAF29E47F}" dt="2024-10-18T08:53:30.462" v="2470" actId="20577"/>
          <ac:spMkLst>
            <pc:docMk/>
            <pc:sldMk cId="146577214" sldId="523"/>
            <ac:spMk id="2" creationId="{D236F8C5-4AEB-257F-E05F-C48A2B301206}"/>
          </ac:spMkLst>
        </pc:spChg>
      </pc:sldChg>
      <pc:sldChg chg="addSp delSp modSp new del mod ord modClrScheme chgLayout">
        <pc:chgData name="김영옥(KIM Youngok)/Talent Development팀/SK" userId="7950cb5c-ae8f-49ba-9c38-2b3ced9c246d" providerId="ADAL" clId="{AEA78BFF-9D05-430C-BDFC-F91FAF29E47F}" dt="2024-10-18T09:02:36.100" v="2741" actId="47"/>
        <pc:sldMkLst>
          <pc:docMk/>
          <pc:sldMk cId="2361996123" sldId="524"/>
        </pc:sldMkLst>
        <pc:spChg chg="del mod ord">
          <ac:chgData name="김영옥(KIM Youngok)/Talent Development팀/SK" userId="7950cb5c-ae8f-49ba-9c38-2b3ced9c246d" providerId="ADAL" clId="{AEA78BFF-9D05-430C-BDFC-F91FAF29E47F}" dt="2024-10-18T03:47:23.307" v="289" actId="700"/>
          <ac:spMkLst>
            <pc:docMk/>
            <pc:sldMk cId="2361996123" sldId="524"/>
            <ac:spMk id="2" creationId="{572D016E-472E-910A-FCB0-811CF754041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3:47:23.307" v="289" actId="700"/>
          <ac:spMkLst>
            <pc:docMk/>
            <pc:sldMk cId="2361996123" sldId="524"/>
            <ac:spMk id="3" creationId="{0182017E-2EBE-AB2D-67B0-595AEA51EF5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3:52:45.723" v="450" actId="207"/>
          <ac:spMkLst>
            <pc:docMk/>
            <pc:sldMk cId="2361996123" sldId="524"/>
            <ac:spMk id="4" creationId="{2D15A255-A52C-DADB-D893-4D1157702B3F}"/>
          </ac:spMkLst>
        </pc:spChg>
      </pc:sldChg>
      <pc:sldChg chg="addSp delSp modSp new mod ord">
        <pc:chgData name="김영옥(KIM Youngok)/Talent Development팀/SK" userId="7950cb5c-ae8f-49ba-9c38-2b3ced9c246d" providerId="ADAL" clId="{AEA78BFF-9D05-430C-BDFC-F91FAF29E47F}" dt="2024-10-18T08:42:08.232" v="2133" actId="21"/>
        <pc:sldMkLst>
          <pc:docMk/>
          <pc:sldMk cId="1961251724" sldId="525"/>
        </pc:sldMkLst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4" creationId="{9F775435-6EAE-CB40-B745-558AB5B0A88F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7" creationId="{63CB9067-05EB-E446-EC4C-CB67FD16B503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10" creationId="{D10715E6-119A-627C-5D27-07DA0F044650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13" creationId="{8D733818-CEA4-80EF-E7F2-B6CE0C14F6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4" creationId="{48A52E84-1D17-36A1-B4A1-D32F1BB3894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5" creationId="{48870D52-5DC0-54D2-DB19-CF9841823C0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6" creationId="{AFE8A69E-285D-2F07-C6E3-F65411B8B54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18" creationId="{A8CFA8A0-A25F-F1B6-FD96-E54976FB754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19" creationId="{7BFF2022-B11B-513B-226E-A445D7C25F1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21" creationId="{5D732EB1-E7E5-BA21-F600-63CF0165E67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22" creationId="{0C4CA13B-8167-F555-37DC-792D10BE0BF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23" creationId="{2169407B-31E4-55AB-4CA7-F0187DD866F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5" creationId="{C91A1ECC-0775-D510-23BC-CEDD6044591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6" creationId="{001D36C9-1447-A24A-4A26-45FEAAC2844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8" creationId="{45FC32A5-2E9C-6C8B-313E-DBB84F0DE24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9" creationId="{3B45A3CC-8ECA-9523-7314-1D2B7789F2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1" creationId="{E5D1524D-8B08-74FD-5623-1EDD0D1435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2" creationId="{299A58BF-883F-DA00-B255-5DD20079726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4" creationId="{7FE27766-DC8D-2DE3-2ACB-A8C6C2A2C47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5" creationId="{FA09AF38-31BE-D594-D7F9-96CAA262E0D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7" creationId="{761E7252-1258-ED7F-92B1-BC9D5328D9D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8" creationId="{BEC5A663-A1F5-E882-5D04-D203DCEA5EC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40" creationId="{2D1597F8-CCCA-313F-CB66-A440A46E301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41" creationId="{7F6DFCE7-8C81-5D55-208C-433869E1674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2" creationId="{E87D8238-086E-E22C-EE69-87ED5B344BC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3" creationId="{155968FA-50FF-CBA1-16B1-A1380E6FF2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4" creationId="{356088BC-AAF6-57A5-9448-196F261EB6A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5" creationId="{CB53839A-6E48-1321-D92E-C11FA61CFE9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6" creationId="{27DE064E-BC92-4D0E-7288-CAB62A6FBB6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7" creationId="{3914F196-E0E4-FBC0-443C-7960B15BDA0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8" creationId="{0CD0368C-455C-DAAB-FCDC-E6DA02155B6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9" creationId="{7284BD49-5D24-58A9-6387-D797D1B4B81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0" creationId="{19B4593C-5A19-C50C-3BC3-12A2575F107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1" creationId="{D2156024-5ECB-84FC-9128-8A7787E7B5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2" creationId="{1AC0E153-6033-F775-138C-16637FD34AD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3" creationId="{5925F9B9-4B60-C398-2489-1C11B7545A7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4" creationId="{3EAFF5B8-DA4F-5D58-C9B3-DC2FDEA9133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5" creationId="{B282ED94-8729-A66F-5691-EAA3918E63E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6" creationId="{2D795184-E6B0-B731-04DA-E0493C7783A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7" creationId="{5F760F60-74F4-3CC0-C336-42CC86BD04D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8" creationId="{B8239CB6-0D6F-5525-0FBC-9E936260FC4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9" creationId="{3D089C7B-0417-8F30-F00F-33C58556DA1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0" creationId="{B55F504D-BF3C-1401-5E47-C2ACCD45A59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1" creationId="{C1614DA9-9035-94F2-4E82-FE67C3C9723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2" creationId="{360EDD8F-5E61-5E99-1D4D-B13A39B86D0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3" creationId="{5250879B-6C85-A4A0-8514-527AA33F9C1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4" creationId="{CFF2C629-67E1-7EB9-1E3F-1F579A2C1C5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5" creationId="{1A836058-13D2-E904-0134-BC0803586E7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6" creationId="{7ABBE90C-E67E-83A3-84C8-ADF9FF8B606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7" creationId="{A5CC7B7A-4169-110F-3122-39F1EC769BB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8" creationId="{C708D741-3AE1-CCE8-9192-6E4BE23601A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9" creationId="{6CCCB242-17BC-5DDE-F037-A6B7A6E0DE3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0" creationId="{A19E572C-FB8A-1B15-67D8-E03D36D03A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1" creationId="{1AB7DF1D-FE08-034A-2DF2-45AC7949380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2" creationId="{366693A6-CB86-3FC4-741E-19C8480390D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74" creationId="{3F764742-345C-9A25-5B1D-6D303DC89E9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75" creationId="{7050C35A-D4C6-76F7-1CD6-B3EB20F3BCC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6" creationId="{C918074C-6267-A428-D3DC-17A7FF12FCC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7" creationId="{71268B9C-A38D-20EE-6F23-A7AB80B33EF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8" creationId="{F782718F-F30D-D299-3152-E3F4FD4BD6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9" creationId="{C83A5EF3-0931-B403-F998-6472BA9D62A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80" creationId="{0710F56E-74C6-3129-68DC-B39D346CDA0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81" creationId="{2D98F2CE-8866-7866-0EAA-91B1376713F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2:04.178" v="2132" actId="164"/>
          <ac:spMkLst>
            <pc:docMk/>
            <pc:sldMk cId="1961251724" sldId="525"/>
            <ac:spMk id="82" creationId="{5171460F-F8F3-A0DB-3D44-48AE98F8E77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2:04.178" v="2132" actId="164"/>
          <ac:spMkLst>
            <pc:docMk/>
            <pc:sldMk cId="1961251724" sldId="525"/>
            <ac:spMk id="83" creationId="{860D01B4-0A74-3AAF-72DF-D003A98CA53B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31:40.506" v="2013" actId="478"/>
          <ac:grpSpMkLst>
            <pc:docMk/>
            <pc:sldMk cId="1961251724" sldId="525"/>
            <ac:grpSpMk id="2" creationId="{78E7BED9-DD80-2DAC-20E3-A2DCF3AEF630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46.156" v="2015" actId="478"/>
          <ac:grpSpMkLst>
            <pc:docMk/>
            <pc:sldMk cId="1961251724" sldId="525"/>
            <ac:grpSpMk id="5" creationId="{E709CA47-E75D-681E-DB42-96D1186491D8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32.178" v="2010" actId="165"/>
          <ac:grpSpMkLst>
            <pc:docMk/>
            <pc:sldMk cId="1961251724" sldId="525"/>
            <ac:grpSpMk id="8" creationId="{255A07F8-7B6E-8C78-A987-276E9B3BDA26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43.199" v="2014" actId="478"/>
          <ac:grpSpMkLst>
            <pc:docMk/>
            <pc:sldMk cId="1961251724" sldId="525"/>
            <ac:grpSpMk id="11" creationId="{38492340-BC15-BEBB-2075-3171DA10650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36.466" v="800"/>
          <ac:grpSpMkLst>
            <pc:docMk/>
            <pc:sldMk cId="1961251724" sldId="525"/>
            <ac:grpSpMk id="17" creationId="{E2D32AD8-675F-1C6A-8AE9-B10C7C8EECE7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36.466" v="800"/>
          <ac:grpSpMkLst>
            <pc:docMk/>
            <pc:sldMk cId="1961251724" sldId="525"/>
            <ac:grpSpMk id="20" creationId="{8EBA0EDA-E68F-CBCB-76AC-414953B1E983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24" creationId="{EFCE62AD-0B42-9C47-54BE-CC27E830C63C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27" creationId="{1FBF6FBD-6076-5895-9523-8065AC9FABB3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0" creationId="{21AFE7D5-802C-1AAD-26F7-D76971E64B3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3" creationId="{CC64FA1B-910D-883D-8C6A-67A75B248FB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6" creationId="{2AC33D48-723C-8809-561C-3C4EC7B40CC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9" creationId="{F58B8837-EC8B-7077-86E8-4F7DC58FFF4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73" creationId="{925BBA3F-3C8B-0A30-4E07-FF983FACC51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42:08.232" v="2133" actId="21"/>
          <ac:grpSpMkLst>
            <pc:docMk/>
            <pc:sldMk cId="1961251724" sldId="525"/>
            <ac:grpSpMk id="84" creationId="{E8EED7BE-CD45-ECD5-B399-8FC7FC9093EF}"/>
          </ac:grpSpMkLst>
        </pc:grpChg>
        <pc:picChg chg="del mod topLvl">
          <ac:chgData name="김영옥(KIM Youngok)/Talent Development팀/SK" userId="7950cb5c-ae8f-49ba-9c38-2b3ced9c246d" providerId="ADAL" clId="{AEA78BFF-9D05-430C-BDFC-F91FAF29E47F}" dt="2024-10-18T08:31:40.506" v="2013" actId="478"/>
          <ac:picMkLst>
            <pc:docMk/>
            <pc:sldMk cId="1961251724" sldId="525"/>
            <ac:picMk id="3" creationId="{F6044715-B737-338A-F2F4-B6DF4A06B1B4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46.156" v="2015" actId="478"/>
          <ac:picMkLst>
            <pc:docMk/>
            <pc:sldMk cId="1961251724" sldId="525"/>
            <ac:picMk id="6" creationId="{B8ED2D21-7032-7393-4770-0652B465576D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37.566" v="2012" actId="478"/>
          <ac:picMkLst>
            <pc:docMk/>
            <pc:sldMk cId="1961251724" sldId="525"/>
            <ac:picMk id="9" creationId="{940E9C99-AA7B-0CDB-FE33-C120AFED42D1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43.199" v="2014" actId="478"/>
          <ac:picMkLst>
            <pc:docMk/>
            <pc:sldMk cId="1961251724" sldId="525"/>
            <ac:picMk id="12" creationId="{1CFAB056-3255-3330-D12F-52E6AA476011}"/>
          </ac:picMkLst>
        </pc:picChg>
      </pc:sldChg>
      <pc:sldChg chg="addSp delSp modSp new mod ord">
        <pc:chgData name="김영옥(KIM Youngok)/Talent Development팀/SK" userId="7950cb5c-ae8f-49ba-9c38-2b3ced9c246d" providerId="ADAL" clId="{AEA78BFF-9D05-430C-BDFC-F91FAF29E47F}" dt="2024-10-18T08:42:34.800" v="2162" actId="1036"/>
        <pc:sldMkLst>
          <pc:docMk/>
          <pc:sldMk cId="673236451" sldId="526"/>
        </pc:sldMkLst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" creationId="{C8340EAC-6B7A-4063-4E80-4643E2AAA91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5" creationId="{5B77CAD3-1CB1-4F83-FE30-26ABA7BC18B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6" creationId="{E947FB18-B2F6-91D5-E26E-E4B33DE2D46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7" creationId="{59A5CC06-0AB4-B02A-A622-3D68895491E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8" creationId="{F0EBC369-714C-6AD7-3879-6B939BFE191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9" creationId="{94646381-8D5D-6EEF-D3E2-866BBD1D6B5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0" creationId="{6F218828-5953-AE4D-4A56-5131C1DEBE9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2" creationId="{CD1B523C-E3D5-3B97-6779-4DBC167DCF6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3" creationId="{288E7BD0-B158-CE0D-D108-86CAC629FC9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4" creationId="{9508DE25-FA58-1956-1920-532F3B410AF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5" creationId="{38F14E13-1D66-6C86-9ED3-5D0C58443C2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6" creationId="{EB65F14F-3914-F755-41D8-2D59B3FF9FB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7" creationId="{DA56AF62-AA0E-4944-BE6E-2FF9F859B8F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8" creationId="{835F2C93-BCA2-25E5-3E16-394926A4F59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0" creationId="{42061AC4-E2A0-2EAB-C38F-0C587EA0471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1" creationId="{555606BE-4F3E-5E8A-551A-8DD5FE08F48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2" creationId="{8AEB02A9-414E-AF37-D619-485E7C164FB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4" creationId="{C15B934C-6544-5564-4C96-B6EA4952DA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5" creationId="{E9E0E214-A3E6-170C-1170-C801CC46945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6" creationId="{1B75C292-DFB4-807E-DC83-BA2A22A7D91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7" creationId="{5887AEF9-DE5D-6471-ABA5-395390D2F81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0" creationId="{7ACE43A5-FDC5-54A2-7D9E-F78EA7B1BB9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1" creationId="{4B5B341A-98BA-BE70-E50E-F3A2FEEE102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2" creationId="{31804954-F784-5DF0-F9DA-2A1DF20B066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6" creationId="{34BA30E9-627E-122D-91C9-9A32999564F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7" creationId="{8C74B1F9-F2E0-42AD-6F7D-8564A0B2FC2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9" creationId="{C1DCD799-E3EF-5D5F-3858-D091B589634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41" creationId="{38FF0E1E-4A31-946E-473B-65C7CC6C9F9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42" creationId="{A8DF67D0-435D-D5F7-4D3B-D40CE74C886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3" creationId="{655B3ABA-FA2F-E3EE-80EF-9A625F3E352C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4" creationId="{2752EFB8-2D20-3499-8AED-BC5E384A12E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5" creationId="{63DCADDD-9DC3-C01F-A352-AFE356E3ED9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6" creationId="{06F1F73F-8B15-D3E2-A4EF-FCC646626B6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7" creationId="{6C260159-18DB-CC73-71DF-F44101F90884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8" creationId="{5B0D1C47-3282-DB4D-3E54-87076B4BE9C2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9" creationId="{DD765C5D-2E09-0E54-546D-5045BE6EEE1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0" creationId="{20465C6C-FC38-2897-E7CC-0D925B457FA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1" creationId="{769B8437-D9FB-4714-15DB-511EA099EFD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2" creationId="{9A44CED3-0923-A1AD-D78D-4A2D797A386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3" creationId="{8CA939AC-AE22-3CA5-A631-E3AD8931199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4" creationId="{AFAD88E6-F768-56C1-D958-D27C52F6079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5" creationId="{754307FE-5E2D-B28B-B892-D712EE37BC0B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6" creationId="{27CE693A-33CB-8EBF-8B12-157668907B5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7" creationId="{C9EE7569-2BFE-77E4-E9F9-78F8D8C2726D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8" creationId="{F42A87F0-95B7-7BC1-03F5-E9FBDC7DEBA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9" creationId="{7925DA7F-D827-7084-93C5-1FAA3606FBEE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0" creationId="{E6414D5B-FB91-F7C5-8290-1053A10193C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1" creationId="{143AE67E-2123-B548-C40D-DEBD024D2391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2" creationId="{018AF133-1FB1-9AAD-D5FC-4AAF43C4C3B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3" creationId="{9D7C2F2E-A43F-FF82-A561-3B2FB130497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4" creationId="{E2A3A7D3-267A-D25E-0E7E-37BE643915B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5" creationId="{70C06BD7-5130-3CAB-0235-84D8D074BC5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2:10.201" v="2134"/>
          <ac:spMkLst>
            <pc:docMk/>
            <pc:sldMk cId="673236451" sldId="526"/>
            <ac:spMk id="69" creationId="{170BD886-2A86-0EC6-8E73-ECC8DB725BC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2:10.201" v="2134"/>
          <ac:spMkLst>
            <pc:docMk/>
            <pc:sldMk cId="673236451" sldId="526"/>
            <ac:spMk id="70" creationId="{A9F8D5C4-F2B7-6756-3236-88B6C560EBE1}"/>
          </ac:spMkLst>
        </pc:s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2" creationId="{388A4F5E-5B7A-918F-CC2F-8C883A122D1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4" creationId="{514C8A5D-3E8E-A048-5732-CC3BDDE6A839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11" creationId="{1FC1B20B-1682-D5A1-2A8D-1313C3A99D14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19" creationId="{1928B18D-9689-5177-1AD7-C781EA39B55F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23" creationId="{F740FFEE-5BA8-C1A1-5B00-EB20CE2B8DF1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8:42:27.615" v="2136" actId="1076"/>
          <ac:grpSpMkLst>
            <pc:docMk/>
            <pc:sldMk cId="673236451" sldId="526"/>
            <ac:grpSpMk id="28" creationId="{6352C92D-F89D-1945-8211-1844D7D5E1D4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29" creationId="{AA37090A-35C6-7B44-3A83-74A95057B15B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8:42:27.615" v="2136" actId="1076"/>
          <ac:grpSpMkLst>
            <pc:docMk/>
            <pc:sldMk cId="673236451" sldId="526"/>
            <ac:grpSpMk id="38" creationId="{0EFE83D1-1777-624F-6B66-DC96E9412C8F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40" creationId="{0D460DAE-2E92-380B-715D-6513E1D1C2BD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66" creationId="{AED56364-20DA-F654-5E69-470BBC9910A1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7:00.218" v="813" actId="14100"/>
          <ac:grpSpMkLst>
            <pc:docMk/>
            <pc:sldMk cId="673236451" sldId="526"/>
            <ac:grpSpMk id="67" creationId="{83454595-6493-212F-4143-F955539EB02C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42:34.800" v="2162" actId="1036"/>
          <ac:grpSpMkLst>
            <pc:docMk/>
            <pc:sldMk cId="673236451" sldId="526"/>
            <ac:grpSpMk id="68" creationId="{CE284B71-554C-0B37-511A-1F0C4B15A730}"/>
          </ac:grpSpMkLst>
        </pc:grp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3" creationId="{F5F8DD17-AF1E-2D89-579C-A971D5A579FA}"/>
          </ac:cxnSpMkLst>
        </pc:cxn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4" creationId="{640E45FD-D773-9804-E357-4F4BEAB0AE22}"/>
          </ac:cxnSpMkLst>
        </pc:cxn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5" creationId="{919F80BD-A1E8-FEE8-6F6D-842419149EC7}"/>
          </ac:cxnSpMkLst>
        </pc:cxn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22:04:56.420" v="2939"/>
        <pc:sldMkLst>
          <pc:docMk/>
          <pc:sldMk cId="3173631245" sldId="527"/>
        </pc:sldMkLst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2" creationId="{623BC6D2-1AAB-236D-1EBB-EE95E7721746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3" creationId="{B8856FE9-6A81-5053-899A-CFB4FD975B0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4" creationId="{4465B42B-9B53-E451-4A5D-FE0BDE8D053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5" creationId="{F994D370-7703-1040-1E15-43EF98B30918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6" creationId="{A13146E6-64D6-AAB3-526D-C81FD04E63B2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7" creationId="{3D2C37FC-D05B-DF3A-3563-B0820B07C65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8" creationId="{895A3893-03D1-889F-969F-FA0865CE9F0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04:56.420" v="2939"/>
          <ac:spMkLst>
            <pc:docMk/>
            <pc:sldMk cId="3173631245" sldId="527"/>
            <ac:spMk id="9" creationId="{397D5184-D7BD-B842-AA20-A15888DA9D5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0" creationId="{8D2B6285-B0B3-888D-5B94-05E90650A9D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1" creationId="{CB1A748C-F225-0F16-ED4E-5AAB872FAB5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6" creationId="{3591FEDA-F3B4-D2BC-CF8F-B8AD10EE9336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7" creationId="{C975669C-C978-F87B-5FDC-F262AC7E882B}"/>
          </ac:spMkLst>
        </pc:spChg>
        <pc:picChg chg="add del mod">
          <ac:chgData name="김영옥(KIM Youngok)/Talent Development팀/SK" userId="7950cb5c-ae8f-49ba-9c38-2b3ced9c246d" providerId="ADAL" clId="{AEA78BFF-9D05-430C-BDFC-F91FAF29E47F}" dt="2024-10-18T07:34:33.907" v="1447" actId="478"/>
          <ac:picMkLst>
            <pc:docMk/>
            <pc:sldMk cId="3173631245" sldId="527"/>
            <ac:picMk id="13" creationId="{D0CBC0A5-D9EA-7A84-4E6F-1DC325DD7A76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7:34:46.125" v="1470" actId="1035"/>
          <ac:picMkLst>
            <pc:docMk/>
            <pc:sldMk cId="3173631245" sldId="527"/>
            <ac:picMk id="15" creationId="{50496B61-5E93-2868-1C4F-112C98CE40F1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8:47.967" v="2821"/>
        <pc:sldMkLst>
          <pc:docMk/>
          <pc:sldMk cId="822052057" sldId="528"/>
        </pc:sldMkLst>
        <pc:spChg chg="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2" creationId="{29D36F4B-AB94-4BD7-F898-4BCB947D812C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8:47.967" v="2821"/>
          <ac:spMkLst>
            <pc:docMk/>
            <pc:sldMk cId="822052057" sldId="528"/>
            <ac:spMk id="3" creationId="{33B93478-828B-51FB-7FCC-B204816CAB85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4" creationId="{02CB3F21-A382-F04C-186B-B2EBA730A93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5" creationId="{FFB3AA0C-9D8E-5F42-CDC0-D1D36A409FC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6" creationId="{2C4A5182-C940-1354-D895-1F5BB3CCB806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7" creationId="{F5C9C344-AF1C-2047-FD94-DAED4F9C61DF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8" creationId="{FF7CE87D-ED4D-9790-FA1A-E2C9DA062C6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9" creationId="{18CEC079-B94F-77AE-ECAE-D887A4F00FD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12" creationId="{A576E075-58D3-B318-1D92-211DF18CD5E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13" creationId="{842B7D5F-519F-2EA3-3F50-96B0D9459384}"/>
          </ac:spMkLst>
        </pc:spChg>
        <pc:picChg chg="add mod">
          <ac:chgData name="김영옥(KIM Youngok)/Talent Development팀/SK" userId="7950cb5c-ae8f-49ba-9c38-2b3ced9c246d" providerId="ADAL" clId="{AEA78BFF-9D05-430C-BDFC-F91FAF29E47F}" dt="2024-10-18T07:40:42.245" v="1585" actId="1076"/>
          <ac:picMkLst>
            <pc:docMk/>
            <pc:sldMk cId="822052057" sldId="528"/>
            <ac:picMk id="11" creationId="{54D23E47-4E76-29E2-13DC-3AC9B26E2E0F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8:32.892" v="2813" actId="20577"/>
        <pc:sldMkLst>
          <pc:docMk/>
          <pc:sldMk cId="795380053" sldId="529"/>
        </pc:sldMkLst>
        <pc:spChg chg="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" creationId="{0FC8AF95-E62D-F1B2-0EE4-57794A9C5EE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3" creationId="{78ABB308-AF9E-B676-C976-2BFB78B2DE8F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4" creationId="{D98BA1F5-8380-188F-2CA8-5782E71B0A0B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5" creationId="{52B32E32-F8D4-6E35-4EAF-D8F0D31EF6E5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6" creationId="{A9688CF6-8708-CD68-7305-11D1AA88A1A4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8:32.892" v="2813" actId="20577"/>
          <ac:spMkLst>
            <pc:docMk/>
            <pc:sldMk cId="795380053" sldId="529"/>
            <ac:spMk id="7" creationId="{68B6002C-64C2-3E50-7655-CF79EF907FF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8" creationId="{136FD66C-CB5C-F9ED-200D-C1D5AFA7A6BD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9" creationId="{2184AC0C-D475-7BC5-9A24-F21E47D5667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6:12.138" v="2790" actId="208"/>
          <ac:spMkLst>
            <pc:docMk/>
            <pc:sldMk cId="795380053" sldId="529"/>
            <ac:spMk id="10" creationId="{44AAE7ED-BDAD-5831-466C-C41F0618B79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4" creationId="{17ED1493-094C-DCF5-85B1-32100EF0AB4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6" creationId="{8F456DE1-B8C4-21EF-1DD6-11F82855377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7" creationId="{A79D1947-D0B3-3AFD-F84F-0F2FF990E7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9" creationId="{8591B945-2C43-3B0D-DE03-CBE314B90EC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21" creationId="{A742A7F3-5D7A-1261-0746-F64594CC7EA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22" creationId="{F1DE464C-3FF5-88A0-18C8-94F5DB949FC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7:20.510" v="1635" actId="1076"/>
          <ac:spMkLst>
            <pc:docMk/>
            <pc:sldMk cId="795380053" sldId="529"/>
            <ac:spMk id="24" creationId="{3DE0562B-99C2-26A7-D281-634B83D3E02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7:20.510" v="1635" actId="1076"/>
          <ac:spMkLst>
            <pc:docMk/>
            <pc:sldMk cId="795380053" sldId="529"/>
            <ac:spMk id="25" creationId="{BD9B8BB8-F756-BB6D-E916-C884CB898B0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6" creationId="{D0F7D781-F8DE-E767-374A-20ECB5ED9B0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7" creationId="{827B684B-E665-95BB-9B86-FB6594B71F3D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3" creationId="{563C9B05-640A-8192-F7C0-3B86614F88B6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5" creationId="{B08DD068-5FAA-66A3-44A4-92DFEA37826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8" creationId="{73DFDBDB-C6A9-E1CD-49FB-77D8ACD77BDE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20" creationId="{AF2B28F5-D57D-B9F5-61F8-E358C0A6813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48:48.973" v="1660" actId="1076"/>
          <ac:grpSpMkLst>
            <pc:docMk/>
            <pc:sldMk cId="795380053" sldId="529"/>
            <ac:grpSpMk id="23" creationId="{D6F08378-B0A6-C9BF-5F30-DAD9E5C32706}"/>
          </ac:grpSpMkLst>
        </pc:grpChg>
        <pc:graphicFrameChg chg="add mod modGraphic">
          <ac:chgData name="김영옥(KIM Youngok)/Talent Development팀/SK" userId="7950cb5c-ae8f-49ba-9c38-2b3ced9c246d" providerId="ADAL" clId="{AEA78BFF-9D05-430C-BDFC-F91FAF29E47F}" dt="2024-10-18T07:48:45.658" v="1659" actId="1038"/>
          <ac:graphicFrameMkLst>
            <pc:docMk/>
            <pc:sldMk cId="795380053" sldId="529"/>
            <ac:graphicFrameMk id="11" creationId="{63F1A991-EC10-65DF-E81F-BB34EC757FFD}"/>
          </ac:graphicFrameMkLst>
        </pc:graphicFrameChg>
        <pc:picChg chg="add mod">
          <ac:chgData name="김영옥(KIM Youngok)/Talent Development팀/SK" userId="7950cb5c-ae8f-49ba-9c38-2b3ced9c246d" providerId="ADAL" clId="{AEA78BFF-9D05-430C-BDFC-F91FAF29E47F}" dt="2024-10-18T07:52:22.721" v="1697" actId="14861"/>
          <ac:picMkLst>
            <pc:docMk/>
            <pc:sldMk cId="795380053" sldId="529"/>
            <ac:picMk id="12" creationId="{423D1C55-B91C-BA5E-CE63-AF2C69ECDBA6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00.234" v="2822"/>
        <pc:sldMkLst>
          <pc:docMk/>
          <pc:sldMk cId="2322542821" sldId="530"/>
        </pc:sldMkLst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2" creationId="{1AD0FE78-4680-B190-D474-23B160F32BE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3" creationId="{69AF2CCF-F480-445A-CC8E-89FDDA7D963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4" creationId="{56EF35F4-224E-1C92-3101-C26EC92F6EE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5" creationId="{E70E36D3-498C-0D38-1F58-B9EDE7AFDF0D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41.719" v="1915" actId="403"/>
          <ac:spMkLst>
            <pc:docMk/>
            <pc:sldMk cId="2322542821" sldId="530"/>
            <ac:spMk id="6" creationId="{C3B84317-2664-88E9-F5A1-3B723237DC5D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7" creationId="{13614EA6-B0A4-CA0F-EDB5-115BC70A62A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00.234" v="2822"/>
          <ac:spMkLst>
            <pc:docMk/>
            <pc:sldMk cId="2322542821" sldId="530"/>
            <ac:spMk id="8" creationId="{201385C9-B1AD-E525-800B-61A8A0555C3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15.201" v="1905" actId="700"/>
          <ac:spMkLst>
            <pc:docMk/>
            <pc:sldMk cId="2322542821" sldId="530"/>
            <ac:spMk id="9" creationId="{439FD683-E38D-9579-DFEC-E9A8E7C4C870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15.201" v="1905" actId="700"/>
          <ac:spMkLst>
            <pc:docMk/>
            <pc:sldMk cId="2322542821" sldId="530"/>
            <ac:spMk id="10" creationId="{3FC4E0C4-D767-0EE3-2BA9-02EBE5A98C9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6:22.576" v="2792" actId="108"/>
          <ac:spMkLst>
            <pc:docMk/>
            <pc:sldMk cId="2322542821" sldId="530"/>
            <ac:spMk id="11" creationId="{0278FFE8-C7AB-0B87-9737-6CFD6BA4148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2" creationId="{31A52756-E82F-F868-580F-77846A40FCF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3" creationId="{EE271057-D895-3DCE-E87A-0B3F4830DD9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6" creationId="{372841AA-5ED1-09C8-AB35-733C1579F38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17.245" v="1688" actId="14100"/>
          <ac:spMkLst>
            <pc:docMk/>
            <pc:sldMk cId="2322542821" sldId="530"/>
            <ac:spMk id="17" creationId="{68381E3D-2C24-DA10-495C-37FF79F7753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21.083" v="1689" actId="14100"/>
          <ac:spMkLst>
            <pc:docMk/>
            <pc:sldMk cId="2322542821" sldId="530"/>
            <ac:spMk id="18" creationId="{02454BD9-00C9-7213-C40C-E954011CB7D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0" creationId="{BCEE374B-ADFF-4312-F424-C3BD0C61771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3" creationId="{40FBDABD-2397-3799-9673-8613325ED0A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4" creationId="{79A5FF07-3AE4-C014-6C76-67B05FC06B3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5" creationId="{DEAAB13D-87B7-E138-0127-81C8BBF4325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6" creationId="{0901611C-1390-359C-A44F-A3F560A0283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8" creationId="{62B0B9C8-9089-B867-E71A-D67DBBE2DC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9" creationId="{756C5E33-0DE5-6B95-F048-2699823C772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0" creationId="{9B38462C-F7BF-D7C4-029F-4F90C46D7D9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08.772" v="1686" actId="1076"/>
          <ac:spMkLst>
            <pc:docMk/>
            <pc:sldMk cId="2322542821" sldId="530"/>
            <ac:spMk id="31" creationId="{34896528-1B3B-BFB5-3B29-605E7F8953B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3" creationId="{0CA5E9FB-F388-58F0-2F86-DA50DDE4061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7" creationId="{662DFF34-12A1-00B9-0431-5E8F5F36716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8" creationId="{CB0872C3-925A-8DD1-137E-0C35AA53FC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9" creationId="{CE7C053D-1DFB-250D-B777-8620A909050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0" creationId="{F889F14B-F088-376D-967D-F42079F8C1B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1" creationId="{D267ADF3-D545-B502-3E7C-FE892492B3A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2" creationId="{9C6F8089-D5F5-5A09-5EFB-8359B0D9024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08.772" v="1686" actId="1076"/>
          <ac:spMkLst>
            <pc:docMk/>
            <pc:sldMk cId="2322542821" sldId="530"/>
            <ac:spMk id="43" creationId="{08E6C271-57F7-81DC-D51D-A07E49ABEFDA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24.691" v="1913" actId="700"/>
          <ac:spMkLst>
            <pc:docMk/>
            <pc:sldMk cId="2322542821" sldId="530"/>
            <ac:spMk id="44" creationId="{FEEA49A8-64A1-2525-495F-A6BECC47E3BC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24.691" v="1913" actId="700"/>
          <ac:spMkLst>
            <pc:docMk/>
            <pc:sldMk cId="2322542821" sldId="530"/>
            <ac:spMk id="45" creationId="{2F4BE2D8-F983-8DFF-A117-F4E904A93DCD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24.614" v="1906" actId="478"/>
          <ac:spMkLst>
            <pc:docMk/>
            <pc:sldMk cId="2322542821" sldId="530"/>
            <ac:spMk id="46" creationId="{193BDE00-AD2A-9FB7-8D56-6B7FFB6D0DAC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7" creationId="{B451675B-AF0B-EEFF-F76D-7EDEA010E80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8" creationId="{7F3165F2-ED58-AC75-3C5F-EA364CB2494B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9" creationId="{4C89D18B-B7BA-5206-C8FF-DC2DBB5C7B8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50" creationId="{B1E2DB0B-341B-FE3A-0EF8-0B2F7C41B5E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51" creationId="{78D3B0B5-EF3D-2B8E-0EFD-34021498F59B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7:50:08.772" v="1686" actId="1076"/>
          <ac:grpSpMkLst>
            <pc:docMk/>
            <pc:sldMk cId="2322542821" sldId="530"/>
            <ac:grpSpMk id="19" creationId="{AD5DAE2C-5210-2150-862F-A8AF998D9A1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21" creationId="{902521A2-B0D9-B788-F9FE-A8214D482D73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22" creationId="{F2E35C5F-8798-290F-4B96-F866FC5F2D65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0:13.773" v="1687" actId="14100"/>
          <ac:grpSpMkLst>
            <pc:docMk/>
            <pc:sldMk cId="2322542821" sldId="530"/>
            <ac:grpSpMk id="27" creationId="{EBD57874-63CA-6DC6-AE1F-8E69B7A0175B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0:08.772" v="1686" actId="1076"/>
          <ac:grpSpMkLst>
            <pc:docMk/>
            <pc:sldMk cId="2322542821" sldId="530"/>
            <ac:grpSpMk id="32" creationId="{78BD196B-9C58-B44C-B942-243C5D1A9189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4" creationId="{09938815-E4D2-B12D-DE08-E8E01E75DC7A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5" creationId="{63D2233C-F78D-827E-5216-DA0B2A45B82A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6" creationId="{6715E4FC-4C49-53E4-30ED-1364BEB879D1}"/>
          </ac:grpSpMkLst>
        </pc:grpChg>
        <pc:picChg chg="add mod">
          <ac:chgData name="김영옥(KIM Youngok)/Talent Development팀/SK" userId="7950cb5c-ae8f-49ba-9c38-2b3ced9c246d" providerId="ADAL" clId="{AEA78BFF-9D05-430C-BDFC-F91FAF29E47F}" dt="2024-10-18T07:49:56.664" v="1684" actId="1076"/>
          <ac:picMkLst>
            <pc:docMk/>
            <pc:sldMk cId="2322542821" sldId="530"/>
            <ac:picMk id="15" creationId="{29F48140-8860-AB7A-E7ED-791DAE9D014E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7:49:56.664" v="1684" actId="1076"/>
          <ac:cxnSpMkLst>
            <pc:docMk/>
            <pc:sldMk cId="2322542821" sldId="530"/>
            <ac:cxnSpMk id="14" creationId="{10B4859A-EEF6-6268-FEDF-65BB58013443}"/>
          </ac:cxnSpMkLst>
        </pc:cxn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05.264" v="2823"/>
        <pc:sldMkLst>
          <pc:docMk/>
          <pc:sldMk cId="759301850" sldId="531"/>
        </pc:sldMkLst>
        <pc:spChg chg="mod ord">
          <ac:chgData name="김영옥(KIM Youngok)/Talent Development팀/SK" userId="7950cb5c-ae8f-49ba-9c38-2b3ced9c246d" providerId="ADAL" clId="{AEA78BFF-9D05-430C-BDFC-F91FAF29E47F}" dt="2024-10-18T08:07:05.165" v="1918" actId="403"/>
          <ac:spMkLst>
            <pc:docMk/>
            <pc:sldMk cId="759301850" sldId="531"/>
            <ac:spMk id="2" creationId="{8C47C953-E289-EA46-80E4-AF3987173C63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39:03.970" v="2113" actId="6549"/>
          <ac:spMkLst>
            <pc:docMk/>
            <pc:sldMk cId="759301850" sldId="531"/>
            <ac:spMk id="3" creationId="{C1E53503-E393-0858-8603-A6B1AB6850F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4" creationId="{DC4487BE-40D9-BF7E-6734-657B3728AC99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5" creationId="{0B079251-8314-B5E5-D1D9-D47C940E138E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6" creationId="{B9ABDC1C-3D3D-BC71-0ABC-49979E791611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7" creationId="{72B563BC-3070-CD17-DA2F-D9F49782682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8" creationId="{FBE966C5-4FC7-5546-8E31-2B1B06A74DEA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9" creationId="{2ADDC4F7-16B2-E2E7-53C1-00AE5D8F43BD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0" creationId="{78706A5A-105B-B21C-45FC-15BAFA53582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1" creationId="{9B534946-0D9C-B3F1-7D61-78B55F9EDA4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2" creationId="{BB65CF25-B757-481B-EA34-7C7F62F2B7A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4" creationId="{257FE1ED-865D-8163-31FB-D13EB6B2F12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5" creationId="{EBED9CD6-A169-2D36-691A-657D5FB9CE4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6" creationId="{416FB584-DBEC-8DED-1A64-0379D55748A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7" creationId="{826B533E-798B-E41E-14D1-14C052AC155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8" creationId="{00B6B727-6089-14D2-807D-D672BB4631B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9" creationId="{535D76E1-2654-854A-D40B-A032DC37D83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7:37.239" v="1806"/>
          <ac:spMkLst>
            <pc:docMk/>
            <pc:sldMk cId="759301850" sldId="531"/>
            <ac:spMk id="21" creationId="{AB314227-5D74-2788-91CA-978226FDEF2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5" creationId="{20FB20B2-135C-6DF7-B87C-66D28361421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6" creationId="{CB80F217-807F-EA69-5665-72B7E0FDA00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7" creationId="{2BF8A26C-BAA2-5AD8-F554-B5B538E9181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7:58:19.621" v="1813" actId="14100"/>
          <ac:spMkLst>
            <pc:docMk/>
            <pc:sldMk cId="759301850" sldId="531"/>
            <ac:spMk id="29" creationId="{8F47BD47-AA77-E44A-DBDB-398D551142C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8:25.576" v="1815" actId="1076"/>
          <ac:spMkLst>
            <pc:docMk/>
            <pc:sldMk cId="759301850" sldId="531"/>
            <ac:spMk id="30" creationId="{029AA5C2-D14D-A869-D92C-47F3187B8C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8:20.679" v="1814"/>
          <ac:spMkLst>
            <pc:docMk/>
            <pc:sldMk cId="759301850" sldId="531"/>
            <ac:spMk id="32" creationId="{8E89624E-535C-B2E8-EE41-B7B869EB9A9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05.264" v="2823"/>
          <ac:spMkLst>
            <pc:docMk/>
            <pc:sldMk cId="759301850" sldId="531"/>
            <ac:spMk id="37" creationId="{C8E43140-DE51-434B-0BA8-FD1E39DBEB22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7:00.248" v="1916" actId="700"/>
          <ac:spMkLst>
            <pc:docMk/>
            <pc:sldMk cId="759301850" sldId="531"/>
            <ac:spMk id="38" creationId="{D8FF87A7-A82F-C41E-B333-2E1D009F9F5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7:00.248" v="1916" actId="700"/>
          <ac:spMkLst>
            <pc:docMk/>
            <pc:sldMk cId="759301850" sldId="531"/>
            <ac:spMk id="40" creationId="{FB3F3FA9-39E0-5410-81F0-E1A9EBF0BEB6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7:56:56.884" v="1803" actId="165"/>
          <ac:grpSpMkLst>
            <pc:docMk/>
            <pc:sldMk cId="759301850" sldId="531"/>
            <ac:grpSpMk id="13" creationId="{69801D26-B20C-CA0D-F719-1D34ECF9D7D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7:57:41.952" v="1807"/>
          <ac:grpSpMkLst>
            <pc:docMk/>
            <pc:sldMk cId="759301850" sldId="531"/>
            <ac:grpSpMk id="20" creationId="{E7A1C1BB-00AA-AB31-A94E-DBC6C05C9CD2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8:25.576" v="1815" actId="1076"/>
          <ac:grpSpMkLst>
            <pc:docMk/>
            <pc:sldMk cId="759301850" sldId="531"/>
            <ac:grpSpMk id="31" creationId="{DFB70189-1D53-B5C4-8BC0-7F472CD2237F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07:59.259" v="1934" actId="1036"/>
          <ac:grpSpMkLst>
            <pc:docMk/>
            <pc:sldMk cId="759301850" sldId="531"/>
            <ac:grpSpMk id="39" creationId="{44209139-2C23-0B3E-0D6A-B619C89DA477}"/>
          </ac:grpSpMkLst>
        </pc:grp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2" creationId="{E004D95B-8DC0-4398-21E6-EB8522A3EEF7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3" creationId="{157DD8FE-5A0C-6D38-1686-A5751A4E6B07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4" creationId="{882ED4B0-DF51-7DA6-A5C2-388F2A273154}"/>
          </ac:picMkLst>
        </pc:picChg>
        <pc:picChg chg="add del mod">
          <ac:chgData name="김영옥(KIM Youngok)/Talent Development팀/SK" userId="7950cb5c-ae8f-49ba-9c38-2b3ced9c246d" providerId="ADAL" clId="{AEA78BFF-9D05-430C-BDFC-F91FAF29E47F}" dt="2024-10-18T07:57:41.952" v="1807"/>
          <ac:picMkLst>
            <pc:docMk/>
            <pc:sldMk cId="759301850" sldId="531"/>
            <ac:picMk id="28" creationId="{4979D160-1ED7-0648-E4B3-434FF863AA8A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3" creationId="{8AB576A8-44B9-5FAC-EDDA-15BDC80842B4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4" creationId="{D0361F8F-D012-6D1A-50D8-EA1A2517FC8A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5" creationId="{CAA4E0E4-488B-5EB3-6A95-90A497968F11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7:58:33.972" v="1817" actId="1076"/>
          <ac:picMkLst>
            <pc:docMk/>
            <pc:sldMk cId="759301850" sldId="531"/>
            <ac:picMk id="36" creationId="{660B7F6D-715E-C934-E7D2-695DCD2DAB5A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10.866" v="2824"/>
        <pc:sldMkLst>
          <pc:docMk/>
          <pc:sldMk cId="1607130586" sldId="532"/>
        </pc:sldMkLst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2" creationId="{22699F0A-D259-850D-4FE9-3C77F040133C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3" creationId="{FEF1D20C-ACC4-71DC-5B7D-C201D3EB59F0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4" creationId="{DB13EFEA-7210-E37E-E855-BC389965A86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5" creationId="{81DE93D5-01A8-195B-C5F3-B484FEF3982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9:22.737" v="1943"/>
          <ac:spMkLst>
            <pc:docMk/>
            <pc:sldMk cId="1607130586" sldId="532"/>
            <ac:spMk id="6" creationId="{966EF540-6920-9AAD-4C39-09B808C8678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11:56.415" v="1966" actId="20577"/>
          <ac:spMkLst>
            <pc:docMk/>
            <pc:sldMk cId="1607130586" sldId="532"/>
            <ac:spMk id="7" creationId="{7EEE2D34-E646-2C40-5D78-45658B89173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10.866" v="2824"/>
          <ac:spMkLst>
            <pc:docMk/>
            <pc:sldMk cId="1607130586" sldId="532"/>
            <ac:spMk id="8" creationId="{AF204E24-7783-E20E-9D50-8A672EC0FFB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9" creationId="{AB8A6464-C60E-3175-041B-228535E34D6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10" creationId="{D2B20EE6-46B1-56ED-4C99-AE67F2B513A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54.009" v="2800" actId="1582"/>
          <ac:spMkLst>
            <pc:docMk/>
            <pc:sldMk cId="1607130586" sldId="532"/>
            <ac:spMk id="14" creationId="{68DF8097-28FD-A848-CC42-84F9A3799F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33.586" v="2796" actId="108"/>
          <ac:spMkLst>
            <pc:docMk/>
            <pc:sldMk cId="1607130586" sldId="532"/>
            <ac:spMk id="15" creationId="{CB6ACC5D-D52C-FE09-3146-A8BABC16F9F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44.518" v="2798" actId="1582"/>
          <ac:spMkLst>
            <pc:docMk/>
            <pc:sldMk cId="1607130586" sldId="532"/>
            <ac:spMk id="16" creationId="{FBC2DEDF-3010-BEA3-2B77-9B4956ED3A4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33.586" v="2796" actId="108"/>
          <ac:spMkLst>
            <pc:docMk/>
            <pc:sldMk cId="1607130586" sldId="532"/>
            <ac:spMk id="17" creationId="{AFBDA936-62DC-38A8-8834-5F2BC7AA5A7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13:08.601" v="2003"/>
          <ac:spMkLst>
            <pc:docMk/>
            <pc:sldMk cId="1607130586" sldId="532"/>
            <ac:spMk id="20" creationId="{5B871E03-B0B0-FF6A-B8BF-6B9994493B3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13:08.601" v="2003"/>
          <ac:spMkLst>
            <pc:docMk/>
            <pc:sldMk cId="1607130586" sldId="532"/>
            <ac:spMk id="21" creationId="{4A5819AD-EC64-2BD3-3D77-EE57BAF3097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22.406" v="2004" actId="1076"/>
          <ac:spMkLst>
            <pc:docMk/>
            <pc:sldMk cId="1607130586" sldId="532"/>
            <ac:spMk id="22" creationId="{8291E0D0-3C0D-E100-76D3-2FED9D63F21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58.210" v="2008" actId="14861"/>
          <ac:spMkLst>
            <pc:docMk/>
            <pc:sldMk cId="1607130586" sldId="532"/>
            <ac:spMk id="23" creationId="{FE0885D8-65C9-C145-BC9C-0A3078C5787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46.862" v="2007" actId="14861"/>
          <ac:spMkLst>
            <pc:docMk/>
            <pc:sldMk cId="1607130586" sldId="532"/>
            <ac:spMk id="24" creationId="{B09CB0DF-346D-538C-0873-D3175173D25A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10:04.850" v="1952" actId="165"/>
          <ac:grpSpMkLst>
            <pc:docMk/>
            <pc:sldMk cId="1607130586" sldId="532"/>
            <ac:grpSpMk id="11" creationId="{29E7EA14-78FA-4631-0D67-02ECE31F2F16}"/>
          </ac:grpSpMkLst>
        </pc:grpChg>
        <pc:grpChg chg="mod topLvl">
          <ac:chgData name="김영옥(KIM Youngok)/Talent Development팀/SK" userId="7950cb5c-ae8f-49ba-9c38-2b3ced9c246d" providerId="ADAL" clId="{AEA78BFF-9D05-430C-BDFC-F91FAF29E47F}" dt="2024-10-18T08:11:06.629" v="1959" actId="164"/>
          <ac:grpSpMkLst>
            <pc:docMk/>
            <pc:sldMk cId="1607130586" sldId="532"/>
            <ac:grpSpMk id="12" creationId="{6189BBED-4CA9-A502-F305-14FB1FFDC665}"/>
          </ac:grpSpMkLst>
        </pc:grpChg>
        <pc:grpChg chg="mod topLvl">
          <ac:chgData name="김영옥(KIM Youngok)/Talent Development팀/SK" userId="7950cb5c-ae8f-49ba-9c38-2b3ced9c246d" providerId="ADAL" clId="{AEA78BFF-9D05-430C-BDFC-F91FAF29E47F}" dt="2024-10-18T08:11:06.629" v="1959" actId="164"/>
          <ac:grpSpMkLst>
            <pc:docMk/>
            <pc:sldMk cId="1607130586" sldId="532"/>
            <ac:grpSpMk id="13" creationId="{039EADB3-0CDC-6379-08C9-2941FAA8C9A9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11:21.964" v="1963" actId="14100"/>
          <ac:grpSpMkLst>
            <pc:docMk/>
            <pc:sldMk cId="1607130586" sldId="532"/>
            <ac:grpSpMk id="18" creationId="{0D5613CC-F442-57C0-CAE2-3A2E963DE89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13:22.406" v="2004" actId="1076"/>
          <ac:grpSpMkLst>
            <pc:docMk/>
            <pc:sldMk cId="1607130586" sldId="532"/>
            <ac:grpSpMk id="19" creationId="{D274D985-07C6-A752-6C12-80EB0304371D}"/>
          </ac:grpSpMkLst>
        </pc:grpChg>
      </pc:sldChg>
      <pc:sldChg chg="addSp delSp modSp new mod">
        <pc:chgData name="김영옥(KIM Youngok)/Talent Development팀/SK" userId="7950cb5c-ae8f-49ba-9c38-2b3ced9c246d" providerId="ADAL" clId="{AEA78BFF-9D05-430C-BDFC-F91FAF29E47F}" dt="2024-10-18T09:09:22.143" v="2829" actId="20577"/>
        <pc:sldMkLst>
          <pc:docMk/>
          <pc:sldMk cId="2456655027" sldId="533"/>
        </pc:sldMkLst>
        <pc:spChg chg="mod">
          <ac:chgData name="김영옥(KIM Youngok)/Talent Development팀/SK" userId="7950cb5c-ae8f-49ba-9c38-2b3ced9c246d" providerId="ADAL" clId="{AEA78BFF-9D05-430C-BDFC-F91FAF29E47F}" dt="2024-10-18T08:45:27.359" v="2200" actId="20577"/>
          <ac:spMkLst>
            <pc:docMk/>
            <pc:sldMk cId="2456655027" sldId="533"/>
            <ac:spMk id="2" creationId="{AA989CF1-8E1A-8CE1-CB44-E7764F619D6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9:22.143" v="2829" actId="20577"/>
          <ac:spMkLst>
            <pc:docMk/>
            <pc:sldMk cId="2456655027" sldId="533"/>
            <ac:spMk id="3" creationId="{AF938B53-F4C5-6908-38BE-6EADFA4BC32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5:40.534" v="2204" actId="20577"/>
          <ac:spMkLst>
            <pc:docMk/>
            <pc:sldMk cId="2456655027" sldId="533"/>
            <ac:spMk id="4" creationId="{B9797285-720D-6073-1EB1-8080E01D874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7:17.300" v="2802" actId="1582"/>
          <ac:spMkLst>
            <pc:docMk/>
            <pc:sldMk cId="2456655027" sldId="533"/>
            <ac:spMk id="7" creationId="{7966B6BA-3A96-4380-21F8-22061590B67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8" creationId="{C103DB3F-E5E8-85B7-4D4C-6732069EC26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7:17.300" v="2802" actId="1582"/>
          <ac:spMkLst>
            <pc:docMk/>
            <pc:sldMk cId="2456655027" sldId="533"/>
            <ac:spMk id="9" creationId="{B1B3813B-22BF-84C9-DE3B-F06A5F73659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0" creationId="{96AEC911-2680-28BE-EBF8-E5D1E5933B8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1" creationId="{74A80F13-2CFC-22D9-8F36-B4619F4383F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4" creationId="{89822884-25F5-C79F-298D-214684B15C3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5" creationId="{AA7AE2C3-87DD-B121-999B-D09D0D8DEA8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6" creationId="{E7806447-AA78-B366-5B3A-D56419A5C2B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7" creationId="{4DC7F961-332D-668A-64B7-24B6970BF17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29" creationId="{1058BF09-628C-B16C-9263-7D36F2EBA170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44:14.089" v="2174" actId="2711"/>
          <ac:spMkLst>
            <pc:docMk/>
            <pc:sldMk cId="2456655027" sldId="533"/>
            <ac:spMk id="32" creationId="{5A60A83D-8D0C-381B-2442-CBC0E1EA90DC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44:14.089" v="2174" actId="2711"/>
          <ac:spMkLst>
            <pc:docMk/>
            <pc:sldMk cId="2456655027" sldId="533"/>
            <ac:spMk id="35" creationId="{6E3B4B5F-4348-A947-3EF9-FCEE16C2374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7" creationId="{F9CBD33F-BBB8-2C1A-FD30-6548DD99B33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8" creationId="{7B9655C3-55C3-17B1-08BD-39AD44E04F9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9" creationId="{0D88978B-7002-A74D-8DDB-C1631C01ADE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0" creationId="{A4B76132-F90D-6FFD-1807-EDBDA2AF830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1" creationId="{C92FED54-2C07-AE3C-B232-F4F629E5122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2" creationId="{F709177B-1868-BDFA-32D5-CB6328C26E0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5:11.912" v="2194" actId="14100"/>
          <ac:spMkLst>
            <pc:docMk/>
            <pc:sldMk cId="2456655027" sldId="533"/>
            <ac:spMk id="43" creationId="{B5A2F991-BF05-B03E-F536-8FB28E06DFA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6:03.601" v="2208" actId="113"/>
          <ac:spMkLst>
            <pc:docMk/>
            <pc:sldMk cId="2456655027" sldId="533"/>
            <ac:spMk id="44" creationId="{28B4A5F3-565B-6348-6259-7F851FB39820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43:41.603" v="2168" actId="478"/>
          <ac:grpSpMkLst>
            <pc:docMk/>
            <pc:sldMk cId="2456655027" sldId="533"/>
            <ac:grpSpMk id="30" creationId="{4D7ED8FF-BB5E-D5B1-71B7-B97EBD54D7B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43:38.821" v="2167" actId="478"/>
          <ac:grpSpMkLst>
            <pc:docMk/>
            <pc:sldMk cId="2456655027" sldId="533"/>
            <ac:grpSpMk id="33" creationId="{4210189A-E7B9-AC9D-7926-B6C75E2FFAA0}"/>
          </ac:grpSpMkLst>
        </pc:grpChg>
        <pc:graphicFrameChg chg="add mod">
          <ac:chgData name="김영옥(KIM Youngok)/Talent Development팀/SK" userId="7950cb5c-ae8f-49ba-9c38-2b3ced9c246d" providerId="ADAL" clId="{AEA78BFF-9D05-430C-BDFC-F91FAF29E47F}" dt="2024-10-18T08:43:24.470" v="2164" actId="1076"/>
          <ac:graphicFrameMkLst>
            <pc:docMk/>
            <pc:sldMk cId="2456655027" sldId="533"/>
            <ac:graphicFrameMk id="20" creationId="{DCE197B6-10F9-1A1A-64A9-423C871E4C6F}"/>
          </ac:graphicFrameMkLst>
        </pc:graphicFrameChg>
        <pc:picChg chg="add mod">
          <ac:chgData name="김영옥(KIM Youngok)/Talent Development팀/SK" userId="7950cb5c-ae8f-49ba-9c38-2b3ced9c246d" providerId="ADAL" clId="{AEA78BFF-9D05-430C-BDFC-F91FAF29E47F}" dt="2024-10-18T08:43:24.470" v="2164" actId="1076"/>
          <ac:picMkLst>
            <pc:docMk/>
            <pc:sldMk cId="2456655027" sldId="533"/>
            <ac:picMk id="12" creationId="{D90EEB48-4CB7-EAA5-A13D-7B90B1DEFD6F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8:43:24.470" v="2164" actId="1076"/>
          <ac:picMkLst>
            <pc:docMk/>
            <pc:sldMk cId="2456655027" sldId="533"/>
            <ac:picMk id="13" creationId="{738D5F81-7874-F718-1F35-68668A3B847C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43:41.603" v="2168" actId="478"/>
          <ac:picMkLst>
            <pc:docMk/>
            <pc:sldMk cId="2456655027" sldId="533"/>
            <ac:picMk id="31" creationId="{F18F6B11-F641-239E-6699-637DB7DCF155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43:38.821" v="2167" actId="478"/>
          <ac:picMkLst>
            <pc:docMk/>
            <pc:sldMk cId="2456655027" sldId="533"/>
            <ac:picMk id="34" creationId="{A09A822A-020D-BFF2-CD75-CAA69532E444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18" creationId="{F26A1572-795A-8A6C-A95F-9CA6DBA77B6E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19" creationId="{7AAB430B-CD4A-7A04-18FC-A00209DF98AC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1" creationId="{B624CB16-6C43-2C4B-935B-C34AA1E760D6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2" creationId="{1E93BA8C-01F4-9A33-94A1-42D6961D7E6F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3" creationId="{5CB3112B-9DBD-3689-A141-3682336AFF3E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4" creationId="{FBC94405-30C2-43E5-40C7-EC9B3660612C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5" creationId="{3662C53E-48EA-3164-909F-4E4CF673CF2B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6" creationId="{70D670E1-A67B-0E99-B0F0-884AFCE450C4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7" creationId="{92F0218C-042F-CE14-61DB-6C4892F25428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8" creationId="{470FD6E4-6F03-BF75-133D-DE0CEA223471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36" creationId="{96A27BDE-AD93-39D8-909F-DDC9A42FFB81}"/>
          </ac:cxnSpMkLst>
        </pc:cxnChg>
      </pc:sldChg>
      <pc:sldChg chg="addSp delSp modSp add mod modClrScheme chgLayout">
        <pc:chgData name="김영옥(KIM Youngok)/Talent Development팀/SK" userId="7950cb5c-ae8f-49ba-9c38-2b3ced9c246d" providerId="ADAL" clId="{AEA78BFF-9D05-430C-BDFC-F91FAF29E47F}" dt="2024-10-18T09:09:14.182" v="2825"/>
        <pc:sldMkLst>
          <pc:docMk/>
          <pc:sldMk cId="3629208687" sldId="534"/>
        </pc:sldMkLst>
        <pc:spChg chg="add del mod ord">
          <ac:chgData name="김영옥(KIM Youngok)/Talent Development팀/SK" userId="7950cb5c-ae8f-49ba-9c38-2b3ced9c246d" providerId="ADAL" clId="{AEA78BFF-9D05-430C-BDFC-F91FAF29E47F}" dt="2024-10-18T08:12:19.875" v="1969" actId="700"/>
          <ac:spMkLst>
            <pc:docMk/>
            <pc:sldMk cId="3629208687" sldId="534"/>
            <ac:spMk id="2" creationId="{2B5586A2-F6E2-733B-90CF-064BA029B31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12:19.875" v="1969" actId="700"/>
          <ac:spMkLst>
            <pc:docMk/>
            <pc:sldMk cId="3629208687" sldId="534"/>
            <ac:spMk id="3" creationId="{DD1B27B6-72D6-E5C9-1FB8-179610B06B9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4" creationId="{65373F7A-DD76-97AB-4407-4CD9115F2FF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6" creationId="{966EF540-6920-9AAD-4C39-09B808C8678A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9:14.182" v="2825"/>
          <ac:spMkLst>
            <pc:docMk/>
            <pc:sldMk cId="3629208687" sldId="534"/>
            <ac:spMk id="7" creationId="{7EEE2D34-E646-2C40-5D78-45658B89173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38:55.083" v="2112" actId="6549"/>
          <ac:spMkLst>
            <pc:docMk/>
            <pc:sldMk cId="3629208687" sldId="534"/>
            <ac:spMk id="8" creationId="{AF204E24-7783-E20E-9D50-8A672EC0FFBE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9" creationId="{AB8A6464-C60E-3175-041B-228535E34D61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10" creationId="{D2B20EE6-46B1-56ED-4C99-AE67F2B513A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7:32.469" v="2807" actId="1582"/>
          <ac:spMkLst>
            <pc:docMk/>
            <pc:sldMk cId="3629208687" sldId="534"/>
            <ac:spMk id="14" creationId="{68DF8097-28FD-A848-CC42-84F9A3799F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7:25.231" v="2804" actId="1582"/>
          <ac:spMkLst>
            <pc:docMk/>
            <pc:sldMk cId="3629208687" sldId="534"/>
            <ac:spMk id="16" creationId="{FBC2DEDF-3010-BEA3-2B77-9B4956ED3A4E}"/>
          </ac:spMkLst>
        </pc:sp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22:07:52.884" v="2946" actId="20577"/>
        <pc:sldMkLst>
          <pc:docMk/>
          <pc:sldMk cId="3205273436" sldId="535"/>
        </pc:sldMkLst>
        <pc:spChg chg="del mod ord">
          <ac:chgData name="김영옥(KIM Youngok)/Talent Development팀/SK" userId="7950cb5c-ae8f-49ba-9c38-2b3ced9c246d" providerId="ADAL" clId="{AEA78BFF-9D05-430C-BDFC-F91FAF29E47F}" dt="2024-10-18T08:55:15.527" v="2508" actId="700"/>
          <ac:spMkLst>
            <pc:docMk/>
            <pc:sldMk cId="3205273436" sldId="535"/>
            <ac:spMk id="2" creationId="{1DA98C45-96FD-F543-E064-A41F09AB42F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8:49.280" v="2586" actId="700"/>
          <ac:spMkLst>
            <pc:docMk/>
            <pc:sldMk cId="3205273436" sldId="535"/>
            <ac:spMk id="3" creationId="{7F0F2657-9D61-3BC3-14CC-27354ABFF11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57:25.271" v="2578" actId="700"/>
          <ac:spMkLst>
            <pc:docMk/>
            <pc:sldMk cId="3205273436" sldId="535"/>
            <ac:spMk id="4" creationId="{B72810CD-62AA-6653-4C20-2B9AF570487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55:37.744" v="2563"/>
          <ac:spMkLst>
            <pc:docMk/>
            <pc:sldMk cId="3205273436" sldId="535"/>
            <ac:spMk id="5" creationId="{F4FC26B5-3D8E-8804-85A9-388E2FD1A83A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58:49.280" v="2586" actId="700"/>
          <ac:spMkLst>
            <pc:docMk/>
            <pc:sldMk cId="3205273436" sldId="535"/>
            <ac:spMk id="6" creationId="{4F39363D-506F-F77A-A7D0-138CD61DD2D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07:52.884" v="2946" actId="20577"/>
          <ac:spMkLst>
            <pc:docMk/>
            <pc:sldMk cId="3205273436" sldId="535"/>
            <ac:spMk id="7" creationId="{5234DBEE-26F7-A7F6-77E4-A11D591DF9E0}"/>
          </ac:spMkLst>
        </pc:spChg>
      </pc:sldChg>
      <pc:sldChg chg="addSp delSp modSp new del mod modClrScheme chgLayout">
        <pc:chgData name="김영옥(KIM Youngok)/Talent Development팀/SK" userId="7950cb5c-ae8f-49ba-9c38-2b3ced9c246d" providerId="ADAL" clId="{AEA78BFF-9D05-430C-BDFC-F91FAF29E47F}" dt="2024-10-18T08:57:58.042" v="2584" actId="47"/>
        <pc:sldMkLst>
          <pc:docMk/>
          <pc:sldMk cId="2453747339" sldId="536"/>
        </pc:sldMkLst>
        <pc:spChg chg="del mod ord">
          <ac:chgData name="김영옥(KIM Youngok)/Talent Development팀/SK" userId="7950cb5c-ae8f-49ba-9c38-2b3ced9c246d" providerId="ADAL" clId="{AEA78BFF-9D05-430C-BDFC-F91FAF29E47F}" dt="2024-10-18T08:57:34.001" v="2580" actId="700"/>
          <ac:spMkLst>
            <pc:docMk/>
            <pc:sldMk cId="2453747339" sldId="536"/>
            <ac:spMk id="2" creationId="{87E63A6D-3A4D-3E48-B610-9F5CB59486C7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7:47" v="2583"/>
          <ac:spMkLst>
            <pc:docMk/>
            <pc:sldMk cId="2453747339" sldId="536"/>
            <ac:spMk id="3" creationId="{50FFE8D1-4AC3-0BAD-51D3-BB339440565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7:34.001" v="2580" actId="700"/>
          <ac:spMkLst>
            <pc:docMk/>
            <pc:sldMk cId="2453747339" sldId="536"/>
            <ac:spMk id="4" creationId="{B4D5AE38-3B2C-1457-5F44-BE7D14F6A033}"/>
          </ac:spMkLst>
        </pc:spChg>
      </pc:sldChg>
      <pc:sldChg chg="addSp delSp modSp add del mod chgLayout">
        <pc:chgData name="김영옥(KIM Youngok)/Talent Development팀/SK" userId="7950cb5c-ae8f-49ba-9c38-2b3ced9c246d" providerId="ADAL" clId="{AEA78BFF-9D05-430C-BDFC-F91FAF29E47F}" dt="2024-10-18T09:13:09.393" v="2921" actId="47"/>
        <pc:sldMkLst>
          <pc:docMk/>
          <pc:sldMk cId="3247775952" sldId="536"/>
        </pc:sldMkLst>
        <pc:spChg chg="del">
          <ac:chgData name="김영옥(KIM Youngok)/Talent Development팀/SK" userId="7950cb5c-ae8f-49ba-9c38-2b3ced9c246d" providerId="ADAL" clId="{AEA78BFF-9D05-430C-BDFC-F91FAF29E47F}" dt="2024-10-18T09:11:14.461" v="2852" actId="478"/>
          <ac:spMkLst>
            <pc:docMk/>
            <pc:sldMk cId="3247775952" sldId="536"/>
            <ac:spMk id="2" creationId="{4BFBDF32-353D-2C4E-BAF0-349E30CD9B7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11:15.161" v="2853"/>
          <ac:spMkLst>
            <pc:docMk/>
            <pc:sldMk cId="3247775952" sldId="536"/>
            <ac:spMk id="3" creationId="{A364BB53-9C71-A87D-8C9D-E55565CD1A4D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1:57.034" v="2909" actId="20577"/>
          <ac:spMkLst>
            <pc:docMk/>
            <pc:sldMk cId="3247775952" sldId="536"/>
            <ac:spMk id="4" creationId="{EA112CF0-5531-9D46-35A8-8A5771E6D7C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1:43.131" v="2855" actId="700"/>
          <ac:spMkLst>
            <pc:docMk/>
            <pc:sldMk cId="3247775952" sldId="536"/>
            <ac:spMk id="5" creationId="{CCA26349-FAF5-2AB6-E4B7-60516DBEABA3}"/>
          </ac:spMkLst>
        </pc:spChg>
      </pc:sldChg>
      <pc:sldChg chg="addSp modSp new mod">
        <pc:chgData name="김영옥(KIM Youngok)/Talent Development팀/SK" userId="7950cb5c-ae8f-49ba-9c38-2b3ced9c246d" providerId="ADAL" clId="{AEA78BFF-9D05-430C-BDFC-F91FAF29E47F}" dt="2024-10-18T09:13:06.516" v="2920" actId="20577"/>
        <pc:sldMkLst>
          <pc:docMk/>
          <pc:sldMk cId="272420229" sldId="537"/>
        </pc:sldMkLst>
        <pc:spChg chg="mod">
          <ac:chgData name="김영옥(KIM Youngok)/Talent Development팀/SK" userId="7950cb5c-ae8f-49ba-9c38-2b3ced9c246d" providerId="ADAL" clId="{AEA78BFF-9D05-430C-BDFC-F91FAF29E47F}" dt="2024-10-18T09:13:06.516" v="2920" actId="20577"/>
          <ac:spMkLst>
            <pc:docMk/>
            <pc:sldMk cId="272420229" sldId="537"/>
            <ac:spMk id="2" creationId="{5CD0E393-FEB7-F3FD-26D4-BA03EADD3DD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12:56.384" v="2914"/>
          <ac:spMkLst>
            <pc:docMk/>
            <pc:sldMk cId="272420229" sldId="537"/>
            <ac:spMk id="4" creationId="{88E89E95-7406-799A-02DD-D930E8802845}"/>
          </ac:spMkLst>
        </pc:spChg>
      </pc:sldChg>
      <pc:sldChg chg="add del">
        <pc:chgData name="김영옥(KIM Youngok)/Talent Development팀/SK" userId="7950cb5c-ae8f-49ba-9c38-2b3ced9c246d" providerId="ADAL" clId="{AEA78BFF-9D05-430C-BDFC-F91FAF29E47F}" dt="2024-10-18T09:09:37.900" v="2833"/>
        <pc:sldMkLst>
          <pc:docMk/>
          <pc:sldMk cId="2439126122" sldId="537"/>
        </pc:sldMkLst>
      </pc:sldChg>
      <pc:sldChg chg="addSp delSp modSp add mod modClrScheme chgLayout">
        <pc:chgData name="김영옥(KIM Youngok)/Talent Development팀/SK" userId="7950cb5c-ae8f-49ba-9c38-2b3ced9c246d" providerId="ADAL" clId="{AEA78BFF-9D05-430C-BDFC-F91FAF29E47F}" dt="2024-10-18T22:15:13.311" v="3524" actId="1076"/>
        <pc:sldMkLst>
          <pc:docMk/>
          <pc:sldMk cId="2971548201" sldId="538"/>
        </pc:sldMkLst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2" creationId="{C30E7F17-3E70-3F43-1864-913A13512FAA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3" creationId="{1205B2D9-D14F-3E19-4107-8F57E5383B9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4" creationId="{68A66FB6-46A7-94A8-83F0-C1FEE16BDF8E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5" creationId="{2AAFB22E-75B4-0140-CCA3-A44E9B30A9F0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6" creationId="{E2FD2DBD-511A-9552-7DAD-30E59E2A04D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2:00.818" v="3172" actId="20577"/>
          <ac:spMkLst>
            <pc:docMk/>
            <pc:sldMk cId="2971548201" sldId="538"/>
            <ac:spMk id="7" creationId="{500F58F0-B44F-9841-6147-70F5AB76DDE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2:41.767" v="3257"/>
          <ac:spMkLst>
            <pc:docMk/>
            <pc:sldMk cId="2971548201" sldId="538"/>
            <ac:spMk id="8" creationId="{15799AB8-D498-DFEC-FEA9-702678FF827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5:13.311" v="3524" actId="1076"/>
          <ac:spMkLst>
            <pc:docMk/>
            <pc:sldMk cId="2971548201" sldId="538"/>
            <ac:spMk id="9" creationId="{D2C3A95D-114A-8314-5DE2-A6E248A7A14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4:26.616" v="3522" actId="14100"/>
          <ac:spMkLst>
            <pc:docMk/>
            <pc:sldMk cId="2971548201" sldId="538"/>
            <ac:spMk id="10" creationId="{8777C6FD-7B7E-A50C-2005-09BBD095142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1" creationId="{6CBF342B-5992-A149-4E4F-6541CD9A2A1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2" creationId="{17462F65-E8F5-F7AA-3190-A0328168AA3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3" creationId="{9AA4415B-2256-E2B3-B9D6-DA9D57FBDBC6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4" creationId="{CE85060E-D908-D457-45EB-99E4B2FD32B0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5" creationId="{4D085219-FA84-9187-1774-5632EEE4A934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6" creationId="{6F7E1018-F945-5A3C-87D4-FB48E9502A1E}"/>
          </ac:spMkLst>
        </pc:spChg>
      </pc:sldChg>
      <pc:sldChg chg="new del">
        <pc:chgData name="김영옥(KIM Youngok)/Talent Development팀/SK" userId="7950cb5c-ae8f-49ba-9c38-2b3ced9c246d" providerId="ADAL" clId="{AEA78BFF-9D05-430C-BDFC-F91FAF29E47F}" dt="2024-10-18T09:13:11.664" v="2922" actId="47"/>
        <pc:sldMkLst>
          <pc:docMk/>
          <pc:sldMk cId="3571674192" sldId="538"/>
        </pc:sldMkLst>
      </pc:sldChg>
      <pc:sldChg chg="new del">
        <pc:chgData name="김영옥(KIM Youngok)/Talent Development팀/SK" userId="7950cb5c-ae8f-49ba-9c38-2b3ced9c246d" providerId="ADAL" clId="{AEA78BFF-9D05-430C-BDFC-F91FAF29E47F}" dt="2024-10-18T22:09:42.924" v="2951" actId="2696"/>
        <pc:sldMkLst>
          <pc:docMk/>
          <pc:sldMk cId="4197807299" sldId="538"/>
        </pc:sldMkLst>
      </pc:sldChg>
      <pc:sldMasterChg chg="addSp delSp modSp mod addSldLayout delSldLayout modSldLayout sldLayoutOrd">
        <pc:chgData name="김영옥(KIM Youngok)/Talent Development팀/SK" userId="7950cb5c-ae8f-49ba-9c38-2b3ced9c246d" providerId="ADAL" clId="{AEA78BFF-9D05-430C-BDFC-F91FAF29E47F}" dt="2024-10-18T09:12:32.670" v="2912" actId="120"/>
        <pc:sldMasterMkLst>
          <pc:docMk/>
          <pc:sldMasterMk cId="1413773771" sldId="2147483880"/>
        </pc:sldMasterMkLst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5" creationId="{B88B99A3-ED1C-DC29-4F0D-6845257313A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34:17.745" v="2036" actId="14100"/>
          <ac:spMkLst>
            <pc:docMk/>
            <pc:sldMasterMk cId="1413773771" sldId="2147483880"/>
            <ac:spMk id="6" creationId="{AA8252B8-D0EF-EB75-0F12-74D3855BC559}"/>
          </ac:spMkLst>
        </pc:spChg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7" creationId="{8A8ADA32-742B-2DF9-5A73-637545B8B67D}"/>
          </ac:spMkLst>
        </pc:spChg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8" creationId="{EC9F1A9F-8B65-C67D-ACDF-982877B32A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34:20.640" v="2037" actId="1076"/>
          <ac:spMkLst>
            <pc:docMk/>
            <pc:sldMasterMk cId="1413773771" sldId="2147483880"/>
            <ac:spMk id="9" creationId="{EEB01FB9-8430-531E-6139-F65E056D5EC4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4:04.694" v="2033" actId="14100"/>
          <ac:spMkLst>
            <pc:docMk/>
            <pc:sldMasterMk cId="1413773771" sldId="2147483880"/>
            <ac:spMk id="11" creationId="{8EBC31D4-604E-9584-0E6F-7F7E42A56DC4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53.941" v="2029" actId="1076"/>
          <ac:spMkLst>
            <pc:docMk/>
            <pc:sldMasterMk cId="1413773771" sldId="2147483880"/>
            <ac:spMk id="13" creationId="{8ED7B8B8-E275-F5DF-96F8-1D9EE7CEF8AB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57.896" v="2030" actId="1076"/>
          <ac:spMkLst>
            <pc:docMk/>
            <pc:sldMasterMk cId="1413773771" sldId="2147483880"/>
            <ac:spMk id="14" creationId="{64464D42-9825-57BE-1E8F-BCC970E00E69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42.326" v="2026" actId="1076"/>
          <ac:spMkLst>
            <pc:docMk/>
            <pc:sldMasterMk cId="1413773771" sldId="2147483880"/>
            <ac:spMk id="15" creationId="{7B814FE6-2BDC-265A-EA72-17B882A7D337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49.920" v="2028" actId="1076"/>
          <ac:spMkLst>
            <pc:docMk/>
            <pc:sldMasterMk cId="1413773771" sldId="2147483880"/>
            <ac:spMk id="16" creationId="{327730CA-456E-4BEB-3010-186387248B61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33:18.045" v="2022" actId="165"/>
          <ac:grpSpMkLst>
            <pc:docMk/>
            <pc:sldMasterMk cId="1413773771" sldId="2147483880"/>
            <ac:grpSpMk id="10" creationId="{3DEFD096-344F-CA6C-02D3-D39DFDCB7935}"/>
          </ac:grpSpMkLst>
        </pc:grpChg>
        <pc:grpChg chg="del mod topLvl">
          <ac:chgData name="김영옥(KIM Youngok)/Talent Development팀/SK" userId="7950cb5c-ae8f-49ba-9c38-2b3ced9c246d" providerId="ADAL" clId="{AEA78BFF-9D05-430C-BDFC-F91FAF29E47F}" dt="2024-10-18T08:33:21.292" v="2023" actId="165"/>
          <ac:grpSpMkLst>
            <pc:docMk/>
            <pc:sldMasterMk cId="1413773771" sldId="2147483880"/>
            <ac:grpSpMk id="12" creationId="{FB8EBC20-70D0-D279-F637-5DA3958C17D9}"/>
          </ac:grpSpMkLst>
        </pc:grpChg>
        <pc:sldLayoutChg chg="addSp delSp modSp mod">
          <pc:chgData name="김영옥(KIM Youngok)/Talent Development팀/SK" userId="7950cb5c-ae8f-49ba-9c38-2b3ced9c246d" providerId="ADAL" clId="{AEA78BFF-9D05-430C-BDFC-F91FAF29E47F}" dt="2024-10-18T08:58:40.846" v="2585" actId="14100"/>
          <pc:sldLayoutMkLst>
            <pc:docMk/>
            <pc:sldMasterMk cId="1413773771" sldId="2147483880"/>
            <pc:sldLayoutMk cId="3183402762" sldId="2147483881"/>
          </pc:sldLayoutMkLst>
          <pc:spChg chg="del">
            <ac:chgData name="김영옥(KIM Youngok)/Talent Development팀/SK" userId="7950cb5c-ae8f-49ba-9c38-2b3ced9c246d" providerId="ADAL" clId="{AEA78BFF-9D05-430C-BDFC-F91FAF29E47F}" dt="2024-10-18T01:16:06.485" v="37" actId="478"/>
            <ac:spMkLst>
              <pc:docMk/>
              <pc:sldMasterMk cId="1413773771" sldId="2147483880"/>
              <pc:sldLayoutMk cId="3183402762" sldId="2147483881"/>
              <ac:spMk id="2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58:40.846" v="2585" actId="14100"/>
            <ac:spMkLst>
              <pc:docMk/>
              <pc:sldMasterMk cId="1413773771" sldId="2147483880"/>
              <pc:sldLayoutMk cId="3183402762" sldId="2147483881"/>
              <ac:spMk id="5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1:14:20.528" v="20" actId="478"/>
            <ac:spMkLst>
              <pc:docMk/>
              <pc:sldMasterMk cId="1413773771" sldId="2147483880"/>
              <pc:sldLayoutMk cId="3183402762" sldId="2147483881"/>
              <ac:spMk id="6" creationId="{0E87CB93-DF68-D222-320D-1DB0E081DFC9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17:18.493" v="45" actId="242"/>
            <ac:spMkLst>
              <pc:docMk/>
              <pc:sldMasterMk cId="1413773771" sldId="2147483880"/>
              <pc:sldLayoutMk cId="3183402762" sldId="2147483881"/>
              <ac:spMk id="9" creationId="{00000000-0000-0000-0000-000000000000}"/>
            </ac:spMkLst>
          </pc:spChg>
          <pc:spChg chg="mod topLvl">
            <ac:chgData name="김영옥(KIM Youngok)/Talent Development팀/SK" userId="7950cb5c-ae8f-49ba-9c38-2b3ced9c246d" providerId="ADAL" clId="{AEA78BFF-9D05-430C-BDFC-F91FAF29E47F}" dt="2024-10-18T03:55:06.521" v="455" actId="164"/>
            <ac:spMkLst>
              <pc:docMk/>
              <pc:sldMasterMk cId="1413773771" sldId="2147483880"/>
              <pc:sldLayoutMk cId="3183402762" sldId="2147483881"/>
              <ac:spMk id="10" creationId="{0D1C102E-457F-D04E-52FA-A9072E9B4947}"/>
            </ac:spMkLst>
          </pc:spChg>
          <pc:spChg chg="add mod">
            <ac:chgData name="김영옥(KIM Youngok)/Talent Development팀/SK" userId="7950cb5c-ae8f-49ba-9c38-2b3ced9c246d" providerId="ADAL" clId="{AEA78BFF-9D05-430C-BDFC-F91FAF29E47F}" dt="2024-10-18T08:48:56.327" v="2244"/>
            <ac:spMkLst>
              <pc:docMk/>
              <pc:sldMasterMk cId="1413773771" sldId="2147483880"/>
              <pc:sldLayoutMk cId="3183402762" sldId="2147483881"/>
              <ac:spMk id="13" creationId="{70D2AE29-70E3-2503-DDD4-D41CAAF512D6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1:15:25.878" v="30" actId="165"/>
            <ac:grpSpMkLst>
              <pc:docMk/>
              <pc:sldMasterMk cId="1413773771" sldId="2147483880"/>
              <pc:sldLayoutMk cId="3183402762" sldId="2147483881"/>
              <ac:grpSpMk id="7" creationId="{EBAF3AAF-6579-5870-499D-8E79C7EC52FF}"/>
            </ac:grpSpMkLst>
          </pc:grpChg>
          <pc:grpChg chg="add mod">
            <ac:chgData name="김영옥(KIM Youngok)/Talent Development팀/SK" userId="7950cb5c-ae8f-49ba-9c38-2b3ced9c246d" providerId="ADAL" clId="{AEA78BFF-9D05-430C-BDFC-F91FAF29E47F}" dt="2024-10-18T03:55:55.159" v="467" actId="1076"/>
            <ac:grpSpMkLst>
              <pc:docMk/>
              <pc:sldMasterMk cId="1413773771" sldId="2147483880"/>
              <pc:sldLayoutMk cId="3183402762" sldId="2147483881"/>
              <ac:grpSpMk id="12" creationId="{F701171C-2F4B-2490-13EA-19A407A9E160}"/>
            </ac:grpSpMkLst>
          </pc:grpChg>
          <pc:picChg chg="add del mod topLvl modCrop">
            <ac:chgData name="김영옥(KIM Youngok)/Talent Development팀/SK" userId="7950cb5c-ae8f-49ba-9c38-2b3ced9c246d" providerId="ADAL" clId="{AEA78BFF-9D05-430C-BDFC-F91FAF29E47F}" dt="2024-10-18T03:55:06.521" v="455" actId="164"/>
            <ac:picMkLst>
              <pc:docMk/>
              <pc:sldMasterMk cId="1413773771" sldId="2147483880"/>
              <pc:sldLayoutMk cId="3183402762" sldId="2147483881"/>
              <ac:picMk id="8" creationId="{06B544E4-8E3D-E4EA-2043-9B13FA59E7C8}"/>
            </ac:picMkLst>
          </pc:picChg>
          <pc:picChg chg="add del mod">
            <ac:chgData name="김영옥(KIM Youngok)/Talent Development팀/SK" userId="7950cb5c-ae8f-49ba-9c38-2b3ced9c246d" providerId="ADAL" clId="{AEA78BFF-9D05-430C-BDFC-F91FAF29E47F}" dt="2024-10-18T01:17:40.380" v="48" actId="478"/>
            <ac:picMkLst>
              <pc:docMk/>
              <pc:sldMasterMk cId="1413773771" sldId="2147483880"/>
              <pc:sldLayoutMk cId="3183402762" sldId="2147483881"/>
              <ac:picMk id="11" creationId="{EE4E3796-DD60-047C-C8DD-172F62869987}"/>
            </ac:picMkLst>
          </pc:picChg>
        </pc:sldLayoutChg>
        <pc:sldLayoutChg chg="delSp modSp mod">
          <pc:chgData name="김영옥(KIM Youngok)/Talent Development팀/SK" userId="7950cb5c-ae8f-49ba-9c38-2b3ced9c246d" providerId="ADAL" clId="{AEA78BFF-9D05-430C-BDFC-F91FAF29E47F}" dt="2024-10-18T08:07:24.685" v="1920" actId="20577"/>
          <pc:sldLayoutMkLst>
            <pc:docMk/>
            <pc:sldMasterMk cId="1413773771" sldId="2147483880"/>
            <pc:sldLayoutMk cId="1857739006" sldId="2147483948"/>
          </pc:sldLayoutMkLst>
          <pc:spChg chg="mod">
            <ac:chgData name="김영옥(KIM Youngok)/Talent Development팀/SK" userId="7950cb5c-ae8f-49ba-9c38-2b3ced9c246d" providerId="ADAL" clId="{AEA78BFF-9D05-430C-BDFC-F91FAF29E47F}" dt="2024-10-18T08:07:24.685" v="1920" actId="20577"/>
            <ac:spMkLst>
              <pc:docMk/>
              <pc:sldMasterMk cId="1413773771" sldId="2147483880"/>
              <pc:sldLayoutMk cId="1857739006" sldId="2147483948"/>
              <ac:spMk id="2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03:34.440" v="1901" actId="20577"/>
            <ac:spMkLst>
              <pc:docMk/>
              <pc:sldMasterMk cId="1413773771" sldId="2147483880"/>
              <pc:sldLayoutMk cId="1857739006" sldId="2147483948"/>
              <ac:spMk id="7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03:41.997" v="1902" actId="14100"/>
            <ac:spMkLst>
              <pc:docMk/>
              <pc:sldMasterMk cId="1413773771" sldId="2147483880"/>
              <pc:sldLayoutMk cId="1857739006" sldId="2147483948"/>
              <ac:spMk id="11" creationId="{BDEBDA31-24C3-A70C-FDE0-16AA45F1DDF8}"/>
            </ac:spMkLst>
          </pc:spChg>
          <pc:cxnChg chg="del mod">
            <ac:chgData name="김영옥(KIM Youngok)/Talent Development팀/SK" userId="7950cb5c-ae8f-49ba-9c38-2b3ced9c246d" providerId="ADAL" clId="{AEA78BFF-9D05-430C-BDFC-F91FAF29E47F}" dt="2024-10-18T08:01:51.341" v="1837" actId="478"/>
            <ac:cxnSpMkLst>
              <pc:docMk/>
              <pc:sldMasterMk cId="1413773771" sldId="2147483880"/>
              <pc:sldLayoutMk cId="1857739006" sldId="2147483948"/>
              <ac:cxnSpMk id="5" creationId="{00000000-0000-0000-0000-000000000000}"/>
            </ac:cxnSpMkLst>
          </pc:cxn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3:49:29.650" v="314" actId="2696"/>
          <pc:sldLayoutMkLst>
            <pc:docMk/>
            <pc:sldMasterMk cId="1413773771" sldId="2147483880"/>
            <pc:sldLayoutMk cId="1419790560" sldId="2147483949"/>
          </pc:sldLayoutMkLst>
          <pc:spChg chg="del mod ord">
            <ac:chgData name="김영옥(KIM Youngok)/Talent Development팀/SK" userId="7950cb5c-ae8f-49ba-9c38-2b3ced9c246d" providerId="ADAL" clId="{AEA78BFF-9D05-430C-BDFC-F91FAF29E47F}" dt="2024-10-18T01:21:44.168" v="74" actId="478"/>
            <ac:spMkLst>
              <pc:docMk/>
              <pc:sldMasterMk cId="1413773771" sldId="2147483880"/>
              <pc:sldLayoutMk cId="1419790560" sldId="2147483949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1:29:09.948" v="121" actId="478"/>
            <ac:spMkLst>
              <pc:docMk/>
              <pc:sldMasterMk cId="1413773771" sldId="2147483880"/>
              <pc:sldLayoutMk cId="1419790560" sldId="2147483949"/>
              <ac:spMk id="3" creationId="{00000000-0000-0000-0000-000000000000}"/>
            </ac:spMkLst>
          </pc:spChg>
          <pc:spChg chg="del ord">
            <ac:chgData name="김영옥(KIM Youngok)/Talent Development팀/SK" userId="7950cb5c-ae8f-49ba-9c38-2b3ced9c246d" providerId="ADAL" clId="{AEA78BFF-9D05-430C-BDFC-F91FAF29E47F}" dt="2024-10-18T01:21:21.511" v="71" actId="478"/>
            <ac:spMkLst>
              <pc:docMk/>
              <pc:sldMasterMk cId="1413773771" sldId="2147483880"/>
              <pc:sldLayoutMk cId="1419790560" sldId="2147483949"/>
              <ac:spMk id="7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1:29:09.948" v="121" actId="478"/>
            <ac:spMkLst>
              <pc:docMk/>
              <pc:sldMasterMk cId="1413773771" sldId="2147483880"/>
              <pc:sldLayoutMk cId="1419790560" sldId="2147483949"/>
              <ac:spMk id="8" creationId="{00000000-0000-0000-0000-000000000000}"/>
            </ac:spMkLst>
          </pc:spChg>
          <pc:spChg chg="mod topLvl">
            <ac:chgData name="김영옥(KIM Youngok)/Talent Development팀/SK" userId="7950cb5c-ae8f-49ba-9c38-2b3ced9c246d" providerId="ADAL" clId="{AEA78BFF-9D05-430C-BDFC-F91FAF29E47F}" dt="2024-10-18T01:29:14.356" v="122" actId="164"/>
            <ac:spMkLst>
              <pc:docMk/>
              <pc:sldMasterMk cId="1413773771" sldId="2147483880"/>
              <pc:sldLayoutMk cId="1419790560" sldId="2147483949"/>
              <ac:spMk id="11" creationId="{A8FCF7EC-9288-2B5F-A6AA-F9B1EDAC20DE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1:29:01.462" v="120" actId="478"/>
            <ac:spMkLst>
              <pc:docMk/>
              <pc:sldMasterMk cId="1413773771" sldId="2147483880"/>
              <pc:sldLayoutMk cId="1419790560" sldId="2147483949"/>
              <ac:spMk id="13" creationId="{8B1036BA-ABD2-5F84-AEDC-945610D16367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1:26:59.144" v="117" actId="478"/>
            <ac:spMkLst>
              <pc:docMk/>
              <pc:sldMasterMk cId="1413773771" sldId="2147483880"/>
              <pc:sldLayoutMk cId="1419790560" sldId="2147483949"/>
              <ac:spMk id="14" creationId="{4F46F972-8792-29F8-B5F8-2BDB579558B1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17" creationId="{4AFB67B2-91C7-F014-39C0-4E01C343688E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18" creationId="{E7045DDD-C8D2-D2C9-E692-1801597DA386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1" creationId="{9E003A4E-F1FB-6519-361A-1647500441A8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2" creationId="{96CE2DF7-865A-4A60-8CB1-61090644915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5" creationId="{3169D3CD-E776-EEA2-1668-028731A8C85A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6" creationId="{34533B45-1552-C7D5-F2D6-9D0F622FC633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9" creationId="{C3759675-4C30-604E-5CFF-EBA235D0E92E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30" creationId="{AA2C03B0-AC85-FB2B-A693-EA6BD9802EAB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1:19:43.579" v="61" actId="165"/>
            <ac:grpSpMkLst>
              <pc:docMk/>
              <pc:sldMasterMk cId="1413773771" sldId="2147483880"/>
              <pc:sldLayoutMk cId="1419790560" sldId="2147483949"/>
              <ac:grpSpMk id="6" creationId="{7301D826-9B0E-5C63-E6BD-5A0F855B6173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54.669" v="116" actId="165"/>
            <ac:grpSpMkLst>
              <pc:docMk/>
              <pc:sldMasterMk cId="1413773771" sldId="2147483880"/>
              <pc:sldLayoutMk cId="1419790560" sldId="2147483949"/>
              <ac:grpSpMk id="12" creationId="{7931D1C8-AF75-774A-DAE9-E0534C79C0DE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16" creationId="{5C991E6A-0A9E-27B6-9722-3415B56207C7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0" creationId="{4017FFAD-DD6C-76B5-A351-F41A2AF8BA2E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4" creationId="{55A05803-AEAD-A5DB-625C-AF905477E8E1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8" creationId="{FA98E4BD-64CA-F1F8-BFA7-A44A5066F69B}"/>
            </ac:grpSpMkLst>
          </pc:grpChg>
          <pc:grpChg chg="add mod">
            <ac:chgData name="김영옥(KIM Youngok)/Talent Development팀/SK" userId="7950cb5c-ae8f-49ba-9c38-2b3ced9c246d" providerId="ADAL" clId="{AEA78BFF-9D05-430C-BDFC-F91FAF29E47F}" dt="2024-10-18T01:29:14.356" v="122" actId="164"/>
            <ac:grpSpMkLst>
              <pc:docMk/>
              <pc:sldMasterMk cId="1413773771" sldId="2147483880"/>
              <pc:sldLayoutMk cId="1419790560" sldId="2147483949"/>
              <ac:grpSpMk id="32" creationId="{40D7381F-8488-479B-796C-299D80B4A237}"/>
            </ac:grpSpMkLst>
          </pc:grpChg>
          <pc:picChg chg="mod topLvl modCrop">
            <ac:chgData name="김영옥(KIM Youngok)/Talent Development팀/SK" userId="7950cb5c-ae8f-49ba-9c38-2b3ced9c246d" providerId="ADAL" clId="{AEA78BFF-9D05-430C-BDFC-F91FAF29E47F}" dt="2024-10-18T01:29:14.356" v="122" actId="164"/>
            <ac:picMkLst>
              <pc:docMk/>
              <pc:sldMasterMk cId="1413773771" sldId="2147483880"/>
              <pc:sldLayoutMk cId="1419790560" sldId="2147483949"/>
              <ac:picMk id="10" creationId="{51DF5895-1055-EEAF-9798-05B41EAEC5D0}"/>
            </ac:picMkLst>
          </pc:picChg>
          <pc:cxnChg chg="add del">
            <ac:chgData name="김영옥(KIM Youngok)/Talent Development팀/SK" userId="7950cb5c-ae8f-49ba-9c38-2b3ced9c246d" providerId="ADAL" clId="{AEA78BFF-9D05-430C-BDFC-F91FAF29E47F}" dt="2024-10-18T01:19:35.425" v="59" actId="478"/>
            <ac:cxnSpMkLst>
              <pc:docMk/>
              <pc:sldMasterMk cId="1413773771" sldId="2147483880"/>
              <pc:sldLayoutMk cId="1419790560" sldId="2147483949"/>
              <ac:cxnSpMk id="5" creationId="{00000000-0000-0000-0000-000000000000}"/>
            </ac:cxnSpMkLst>
          </pc:cxnChg>
          <pc:cxnChg chg="del mod">
            <ac:chgData name="김영옥(KIM Youngok)/Talent Development팀/SK" userId="7950cb5c-ae8f-49ba-9c38-2b3ced9c246d" providerId="ADAL" clId="{AEA78BFF-9D05-430C-BDFC-F91FAF29E47F}" dt="2024-10-18T01:26:48.588" v="115" actId="478"/>
            <ac:cxnSpMkLst>
              <pc:docMk/>
              <pc:sldMasterMk cId="1413773771" sldId="2147483880"/>
              <pc:sldLayoutMk cId="1419790560" sldId="2147483949"/>
              <ac:cxnSpMk id="15" creationId="{1F6BA9E5-8E26-7C31-C0E1-16D276FC1FC7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19" creationId="{29079DA2-A39A-5462-8296-E22BBED100BC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23" creationId="{4679AA19-CEE6-C4A4-ADAD-996B45081D73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27" creationId="{21E56D9C-411B-33A8-032B-A912AD0BEEC7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31" creationId="{75139E53-67AD-900D-6266-4933BE55A7A7}"/>
            </ac:cxnSpMkLst>
          </pc:cxnChg>
        </pc:sldLayoutChg>
        <pc:sldLayoutChg chg="addSp delSp modSp mod ord">
          <pc:chgData name="김영옥(KIM Youngok)/Talent Development팀/SK" userId="7950cb5c-ae8f-49ba-9c38-2b3ced9c246d" providerId="ADAL" clId="{AEA78BFF-9D05-430C-BDFC-F91FAF29E47F}" dt="2024-10-18T09:12:32.670" v="2912" actId="120"/>
          <pc:sldLayoutMkLst>
            <pc:docMk/>
            <pc:sldMasterMk cId="1413773771" sldId="2147483880"/>
            <pc:sldLayoutMk cId="1844958331" sldId="2147483950"/>
          </pc:sldLayoutMkLst>
          <pc:spChg chg="del">
            <ac:chgData name="김영옥(KIM Youngok)/Talent Development팀/SK" userId="7950cb5c-ae8f-49ba-9c38-2b3ced9c246d" providerId="ADAL" clId="{AEA78BFF-9D05-430C-BDFC-F91FAF29E47F}" dt="2024-10-18T03:59:16.242" v="609" actId="478"/>
            <ac:spMkLst>
              <pc:docMk/>
              <pc:sldMasterMk cId="1413773771" sldId="2147483880"/>
              <pc:sldLayoutMk cId="1844958331" sldId="2147483950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4:03:41.487" v="750" actId="478"/>
            <ac:spMkLst>
              <pc:docMk/>
              <pc:sldMasterMk cId="1413773771" sldId="2147483880"/>
              <pc:sldLayoutMk cId="1844958331" sldId="2147483950"/>
              <ac:spMk id="4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12:32.670" v="2912" actId="120"/>
            <ac:spMkLst>
              <pc:docMk/>
              <pc:sldMasterMk cId="1413773771" sldId="2147483880"/>
              <pc:sldLayoutMk cId="1844958331" sldId="2147483950"/>
              <ac:spMk id="5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3:56:12.901" v="468" actId="478"/>
            <ac:spMkLst>
              <pc:docMk/>
              <pc:sldMasterMk cId="1413773771" sldId="2147483880"/>
              <pc:sldLayoutMk cId="1844958331" sldId="2147483950"/>
              <ac:spMk id="6" creationId="{991F6F48-32CA-37B1-D2CA-F03C97939B58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02:02.452" v="2715" actId="242"/>
            <ac:spMkLst>
              <pc:docMk/>
              <pc:sldMasterMk cId="1413773771" sldId="2147483880"/>
              <pc:sldLayoutMk cId="1844958331" sldId="2147483950"/>
              <ac:spMk id="9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5:50.363" v="463" actId="14100"/>
            <ac:spMkLst>
              <pc:docMk/>
              <pc:sldMasterMk cId="1413773771" sldId="2147483880"/>
              <pc:sldLayoutMk cId="1844958331" sldId="2147483950"/>
              <ac:spMk id="10" creationId="{DE38858D-1D00-E923-59ED-18C3E8352655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8:49:14.267" v="2245" actId="478"/>
            <ac:spMkLst>
              <pc:docMk/>
              <pc:sldMasterMk cId="1413773771" sldId="2147483880"/>
              <pc:sldLayoutMk cId="1844958331" sldId="2147483950"/>
              <ac:spMk id="13" creationId="{6BFCB5CA-D0AB-AE69-D200-9DD685CF2122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9:03:02.196" v="2743" actId="478"/>
            <ac:spMkLst>
              <pc:docMk/>
              <pc:sldMasterMk cId="1413773771" sldId="2147483880"/>
              <pc:sldLayoutMk cId="1844958331" sldId="2147483950"/>
              <ac:spMk id="14" creationId="{0D9AFB83-8491-4FE8-916B-246846F59A64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3:55:53.562" v="465"/>
            <ac:grpSpMkLst>
              <pc:docMk/>
              <pc:sldMasterMk cId="1413773771" sldId="2147483880"/>
              <pc:sldLayoutMk cId="1844958331" sldId="2147483950"/>
              <ac:grpSpMk id="7" creationId="{2CDFB23D-9561-364F-8610-9A879B9A6D91}"/>
            </ac:grpSpMkLst>
          </pc:grpChg>
          <pc:grpChg chg="add del mod ord">
            <ac:chgData name="김영옥(KIM Youngok)/Talent Development팀/SK" userId="7950cb5c-ae8f-49ba-9c38-2b3ced9c246d" providerId="ADAL" clId="{AEA78BFF-9D05-430C-BDFC-F91FAF29E47F}" dt="2024-10-18T04:05:50.426" v="793" actId="165"/>
            <ac:grpSpMkLst>
              <pc:docMk/>
              <pc:sldMasterMk cId="1413773771" sldId="2147483880"/>
              <pc:sldLayoutMk cId="1844958331" sldId="2147483950"/>
              <ac:grpSpMk id="11" creationId="{44E9888D-8737-E558-04F5-58A4DFD3FAAC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3:55:11.958" v="458"/>
            <ac:picMkLst>
              <pc:docMk/>
              <pc:sldMasterMk cId="1413773771" sldId="2147483880"/>
              <pc:sldLayoutMk cId="1844958331" sldId="2147483950"/>
              <ac:picMk id="8" creationId="{9425C7E9-D0A8-5533-A8C5-29AFA4778292}"/>
            </ac:picMkLst>
          </pc:picChg>
          <pc:picChg chg="del mod topLvl">
            <ac:chgData name="김영옥(KIM Youngok)/Talent Development팀/SK" userId="7950cb5c-ae8f-49ba-9c38-2b3ced9c246d" providerId="ADAL" clId="{AEA78BFF-9D05-430C-BDFC-F91FAF29E47F}" dt="2024-10-18T09:03:15.564" v="2745" actId="478"/>
            <ac:picMkLst>
              <pc:docMk/>
              <pc:sldMasterMk cId="1413773771" sldId="2147483880"/>
              <pc:sldLayoutMk cId="1844958331" sldId="2147483950"/>
              <ac:picMk id="12" creationId="{2684EB29-7ABD-2CE4-2380-A9C1E98C06CC}"/>
            </ac:picMkLst>
          </pc:picChg>
          <pc:picChg chg="add mod ord">
            <ac:chgData name="김영옥(KIM Youngok)/Talent Development팀/SK" userId="7950cb5c-ae8f-49ba-9c38-2b3ced9c246d" providerId="ADAL" clId="{AEA78BFF-9D05-430C-BDFC-F91FAF29E47F}" dt="2024-10-18T09:05:01.686" v="2788" actId="2085"/>
            <ac:picMkLst>
              <pc:docMk/>
              <pc:sldMasterMk cId="1413773771" sldId="2147483880"/>
              <pc:sldLayoutMk cId="1844958331" sldId="2147483950"/>
              <ac:picMk id="15" creationId="{B9700F61-7A7B-D356-3EEC-8248AAF3F12F}"/>
            </ac:picMkLst>
          </pc:pic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8:07:35.989" v="1923" actId="2696"/>
          <pc:sldLayoutMkLst>
            <pc:docMk/>
            <pc:sldMasterMk cId="1413773771" sldId="2147483880"/>
            <pc:sldLayoutMk cId="1672483614" sldId="2147483951"/>
          </pc:sldLayoutMkLst>
          <pc:spChg chg="mod">
            <ac:chgData name="김영옥(KIM Youngok)/Talent Development팀/SK" userId="7950cb5c-ae8f-49ba-9c38-2b3ced9c246d" providerId="ADAL" clId="{AEA78BFF-9D05-430C-BDFC-F91FAF29E47F}" dt="2024-10-18T07:44:44.884" v="1602" actId="20577"/>
            <ac:spMkLst>
              <pc:docMk/>
              <pc:sldMasterMk cId="1413773771" sldId="2147483880"/>
              <pc:sldLayoutMk cId="1672483614" sldId="2147483951"/>
              <ac:spMk id="2" creationId="{00000000-0000-0000-0000-000000000000}"/>
            </ac:spMkLst>
          </pc:spChg>
          <pc:cxnChg chg="del">
            <ac:chgData name="김영옥(KIM Youngok)/Talent Development팀/SK" userId="7950cb5c-ae8f-49ba-9c38-2b3ced9c246d" providerId="ADAL" clId="{AEA78BFF-9D05-430C-BDFC-F91FAF29E47F}" dt="2024-10-18T07:32:14.727" v="1382" actId="478"/>
            <ac:cxnSpMkLst>
              <pc:docMk/>
              <pc:sldMasterMk cId="1413773771" sldId="2147483880"/>
              <pc:sldLayoutMk cId="1672483614" sldId="2147483951"/>
              <ac:cxnSpMk id="5" creationId="{00000000-0000-0000-0000-000000000000}"/>
            </ac:cxnSpMkLst>
          </pc:cxnChg>
          <pc:cxnChg chg="add mod">
            <ac:chgData name="김영옥(KIM Youngok)/Talent Development팀/SK" userId="7950cb5c-ae8f-49ba-9c38-2b3ced9c246d" providerId="ADAL" clId="{AEA78BFF-9D05-430C-BDFC-F91FAF29E47F}" dt="2024-10-18T07:46:35.983" v="1607" actId="1582"/>
            <ac:cxnSpMkLst>
              <pc:docMk/>
              <pc:sldMasterMk cId="1413773771" sldId="2147483880"/>
              <pc:sldLayoutMk cId="1672483614" sldId="2147483951"/>
              <ac:cxnSpMk id="11" creationId="{61EDB380-32C1-E1B4-2E7E-231A9948E02E}"/>
            </ac:cxnSpMkLst>
          </pc:cxnChg>
        </pc:sldLayoutChg>
        <pc:sldLayoutChg chg="del">
          <pc:chgData name="김영옥(KIM Youngok)/Talent Development팀/SK" userId="7950cb5c-ae8f-49ba-9c38-2b3ced9c246d" providerId="ADAL" clId="{AEA78BFF-9D05-430C-BDFC-F91FAF29E47F}" dt="2024-10-18T07:42:05.567" v="1586" actId="2696"/>
          <pc:sldLayoutMkLst>
            <pc:docMk/>
            <pc:sldMasterMk cId="1413773771" sldId="2147483880"/>
            <pc:sldLayoutMk cId="643966816" sldId="2147483952"/>
          </pc:sldLayoutMkLst>
        </pc:sldLayoutChg>
        <pc:sldLayoutChg chg="delSp new mod">
          <pc:chgData name="김영옥(KIM Youngok)/Talent Development팀/SK" userId="7950cb5c-ae8f-49ba-9c38-2b3ced9c246d" providerId="ADAL" clId="{AEA78BFF-9D05-430C-BDFC-F91FAF29E47F}" dt="2024-10-18T01:09:51.382" v="8" actId="6014"/>
          <pc:sldLayoutMkLst>
            <pc:docMk/>
            <pc:sldMasterMk cId="1413773771" sldId="2147483880"/>
            <pc:sldLayoutMk cId="3219802544" sldId="2147483953"/>
          </pc:sldLayoutMkLst>
          <pc:spChg chg="del">
            <ac:chgData name="김영옥(KIM Youngok)/Talent Development팀/SK" userId="7950cb5c-ae8f-49ba-9c38-2b3ced9c246d" providerId="ADAL" clId="{AEA78BFF-9D05-430C-BDFC-F91FAF29E47F}" dt="2024-10-18T01:09:43.270" v="7" actId="478"/>
            <ac:spMkLst>
              <pc:docMk/>
              <pc:sldMasterMk cId="1413773771" sldId="2147483880"/>
              <pc:sldLayoutMk cId="3219802544" sldId="2147483953"/>
              <ac:spMk id="2" creationId="{2EA09E5C-CBEC-3ADF-10BE-7528256EDFFE}"/>
            </ac:spMkLst>
          </pc:spChg>
        </pc:sldLayoutChg>
        <pc:sldLayoutChg chg="new del mod">
          <pc:chgData name="김영옥(KIM Youngok)/Talent Development팀/SK" userId="7950cb5c-ae8f-49ba-9c38-2b3ced9c246d" providerId="ADAL" clId="{AEA78BFF-9D05-430C-BDFC-F91FAF29E47F}" dt="2024-10-18T01:18:26.098" v="50" actId="2696"/>
          <pc:sldLayoutMkLst>
            <pc:docMk/>
            <pc:sldMasterMk cId="1413773771" sldId="2147483880"/>
            <pc:sldLayoutMk cId="263304818" sldId="2147483954"/>
          </pc:sldLayoutMkLst>
        </pc:sldLayoutChg>
        <pc:sldLayoutChg chg="addSp delSp modSp mod ord">
          <pc:chgData name="김영옥(KIM Youngok)/Talent Development팀/SK" userId="7950cb5c-ae8f-49ba-9c38-2b3ced9c246d" providerId="ADAL" clId="{AEA78BFF-9D05-430C-BDFC-F91FAF29E47F}" dt="2024-10-18T09:03:56.719" v="2757" actId="14100"/>
          <pc:sldLayoutMkLst>
            <pc:docMk/>
            <pc:sldMasterMk cId="1413773771" sldId="2147483880"/>
            <pc:sldLayoutMk cId="957503651" sldId="2147483954"/>
          </pc:sldLayoutMkLst>
          <pc:spChg chg="del">
            <ac:chgData name="김영옥(KIM Youngok)/Talent Development팀/SK" userId="7950cb5c-ae8f-49ba-9c38-2b3ced9c246d" providerId="ADAL" clId="{AEA78BFF-9D05-430C-BDFC-F91FAF29E47F}" dt="2024-10-18T01:30:07.486" v="175" actId="478"/>
            <ac:spMkLst>
              <pc:docMk/>
              <pc:sldMasterMk cId="1413773771" sldId="2147483880"/>
              <pc:sldLayoutMk cId="957503651" sldId="2147483954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9:03:48.787" v="2755" actId="478"/>
            <ac:spMkLst>
              <pc:docMk/>
              <pc:sldMasterMk cId="1413773771" sldId="2147483880"/>
              <pc:sldLayoutMk cId="957503651" sldId="2147483954"/>
              <ac:spMk id="3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7:55:10.335" v="1752" actId="1036"/>
            <ac:spMkLst>
              <pc:docMk/>
              <pc:sldMasterMk cId="1413773771" sldId="2147483880"/>
              <pc:sldLayoutMk cId="957503651" sldId="2147483954"/>
              <ac:spMk id="7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2:16:23.386" v="180" actId="478"/>
            <ac:spMkLst>
              <pc:docMk/>
              <pc:sldMasterMk cId="1413773771" sldId="2147483880"/>
              <pc:sldLayoutMk cId="957503651" sldId="2147483954"/>
              <ac:spMk id="8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03:56.719" v="2757" actId="14100"/>
            <ac:spMkLst>
              <pc:docMk/>
              <pc:sldMasterMk cId="1413773771" sldId="2147483880"/>
              <pc:sldLayoutMk cId="957503651" sldId="2147483954"/>
              <ac:spMk id="11" creationId="{2D7FEAB1-71BB-7D64-A068-A09FF549188D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2:25:41.724" v="252" actId="478"/>
            <ac:spMkLst>
              <pc:docMk/>
              <pc:sldMasterMk cId="1413773771" sldId="2147483880"/>
              <pc:sldLayoutMk cId="957503651" sldId="2147483954"/>
              <ac:spMk id="12" creationId="{0DA8BA0E-192E-476A-7A51-2080DAC0B904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7:55:05.433" v="1736" actId="1076"/>
            <ac:grpSpMkLst>
              <pc:docMk/>
              <pc:sldMasterMk cId="1413773771" sldId="2147483880"/>
              <pc:sldLayoutMk cId="957503651" sldId="2147483954"/>
              <ac:grpSpMk id="6" creationId="{DBC91F69-9297-438C-0FDC-7C35D35758BA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1:29:18.436" v="123"/>
            <ac:picMkLst>
              <pc:docMk/>
              <pc:sldMasterMk cId="1413773771" sldId="2147483880"/>
              <pc:sldLayoutMk cId="957503651" sldId="2147483954"/>
              <ac:picMk id="10" creationId="{7E6880CC-9369-641C-3F2A-9C92B89FEEE9}"/>
            </ac:picMkLst>
          </pc:picChg>
          <pc:cxnChg chg="del">
            <ac:chgData name="김영옥(KIM Youngok)/Talent Development팀/SK" userId="7950cb5c-ae8f-49ba-9c38-2b3ced9c246d" providerId="ADAL" clId="{AEA78BFF-9D05-430C-BDFC-F91FAF29E47F}" dt="2024-10-18T01:28:53.320" v="119" actId="478"/>
            <ac:cxnSpMkLst>
              <pc:docMk/>
              <pc:sldMasterMk cId="1413773771" sldId="2147483880"/>
              <pc:sldLayoutMk cId="957503651" sldId="2147483954"/>
              <ac:cxnSpMk id="5" creationId="{00000000-0000-0000-0000-000000000000}"/>
            </ac:cxnSpMkLst>
          </pc:cxnChg>
        </pc:sldLayoutChg>
        <pc:sldLayoutChg chg="new add del mod">
          <pc:chgData name="김영옥(KIM Youngok)/Talent Development팀/SK" userId="7950cb5c-ae8f-49ba-9c38-2b3ced9c246d" providerId="ADAL" clId="{AEA78BFF-9D05-430C-BDFC-F91FAF29E47F}" dt="2024-10-18T01:19:19.412" v="58" actId="11236"/>
          <pc:sldLayoutMkLst>
            <pc:docMk/>
            <pc:sldMasterMk cId="1413773771" sldId="2147483880"/>
            <pc:sldLayoutMk cId="4286290429" sldId="2147483954"/>
          </pc:sldLayoutMkLst>
        </pc:sldLayoutChg>
        <pc:sldLayoutChg chg="addSp delSp modSp">
          <pc:chgData name="김영옥(KIM Youngok)/Talent Development팀/SK" userId="7950cb5c-ae8f-49ba-9c38-2b3ced9c246d" providerId="ADAL" clId="{AEA78BFF-9D05-430C-BDFC-F91FAF29E47F}" dt="2024-10-18T01:19:08.129" v="55"/>
          <pc:sldLayoutMkLst>
            <pc:docMk/>
            <pc:sldMasterMk cId="1413773771" sldId="2147483880"/>
            <pc:sldLayoutMk cId="2920329207" sldId="2147483955"/>
          </pc:sldLayoutMkLst>
          <pc:spChg chg="mod">
            <ac:chgData name="김영옥(KIM Youngok)/Talent Development팀/SK" userId="7950cb5c-ae8f-49ba-9c38-2b3ced9c246d" providerId="ADAL" clId="{AEA78BFF-9D05-430C-BDFC-F91FAF29E47F}" dt="2024-10-18T01:19:03.695" v="54"/>
            <ac:spMkLst>
              <pc:docMk/>
              <pc:sldMasterMk cId="1413773771" sldId="2147483880"/>
              <pc:sldLayoutMk cId="2920329207" sldId="2147483955"/>
              <ac:spMk id="11" creationId="{091036C2-FD53-F004-00AA-4C1421F18929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1:19:08.129" v="55"/>
            <ac:grpSpMkLst>
              <pc:docMk/>
              <pc:sldMasterMk cId="1413773771" sldId="2147483880"/>
              <pc:sldLayoutMk cId="2920329207" sldId="2147483955"/>
              <ac:grpSpMk id="6" creationId="{F09D1C17-926E-0399-B3D9-269C140AA5EA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1:19:03.695" v="54"/>
            <ac:picMkLst>
              <pc:docMk/>
              <pc:sldMasterMk cId="1413773771" sldId="2147483880"/>
              <pc:sldLayoutMk cId="2920329207" sldId="2147483955"/>
              <ac:picMk id="10" creationId="{8A61B815-AEA0-2376-1DF5-9A58B22FCABC}"/>
            </ac:picMkLst>
          </pc:picChg>
        </pc:sldLayoutChg>
        <pc:sldLayoutChg chg="modSp del mod">
          <pc:chgData name="김영옥(KIM Youngok)/Talent Development팀/SK" userId="7950cb5c-ae8f-49ba-9c38-2b3ced9c246d" providerId="ADAL" clId="{AEA78BFF-9D05-430C-BDFC-F91FAF29E47F}" dt="2024-10-18T03:49:32.942" v="315" actId="2696"/>
          <pc:sldLayoutMkLst>
            <pc:docMk/>
            <pc:sldMasterMk cId="1413773771" sldId="2147483880"/>
            <pc:sldLayoutMk cId="3238798206" sldId="2147483955"/>
          </pc:sldLayoutMkLst>
          <pc:spChg chg="mod">
            <ac:chgData name="김영옥(KIM Youngok)/Talent Development팀/SK" userId="7950cb5c-ae8f-49ba-9c38-2b3ced9c246d" providerId="ADAL" clId="{AEA78BFF-9D05-430C-BDFC-F91FAF29E47F}" dt="2024-10-18T01:21:59.963" v="77" actId="20577"/>
            <ac:spMkLst>
              <pc:docMk/>
              <pc:sldMasterMk cId="1413773771" sldId="2147483880"/>
              <pc:sldLayoutMk cId="3238798206" sldId="2147483955"/>
              <ac:spMk id="14" creationId="{4F46F972-8792-29F8-B5F8-2BDB579558B1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4.026" v="79" actId="20577"/>
            <ac:spMkLst>
              <pc:docMk/>
              <pc:sldMasterMk cId="1413773771" sldId="2147483880"/>
              <pc:sldLayoutMk cId="3238798206" sldId="2147483955"/>
              <ac:spMk id="18" creationId="{E7045DDD-C8D2-D2C9-E692-1801597DA386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6.911" v="81" actId="20577"/>
            <ac:spMkLst>
              <pc:docMk/>
              <pc:sldMasterMk cId="1413773771" sldId="2147483880"/>
              <pc:sldLayoutMk cId="3238798206" sldId="2147483955"/>
              <ac:spMk id="22" creationId="{96CE2DF7-865A-4A60-8CB1-61090644915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9.711" v="83" actId="20577"/>
            <ac:spMkLst>
              <pc:docMk/>
              <pc:sldMasterMk cId="1413773771" sldId="2147483880"/>
              <pc:sldLayoutMk cId="3238798206" sldId="2147483955"/>
              <ac:spMk id="26" creationId="{34533B45-1552-C7D5-F2D6-9D0F622FC633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12.666" v="85" actId="20577"/>
            <ac:spMkLst>
              <pc:docMk/>
              <pc:sldMasterMk cId="1413773771" sldId="2147483880"/>
              <pc:sldLayoutMk cId="3238798206" sldId="2147483955"/>
              <ac:spMk id="30" creationId="{AA2C03B0-AC85-FB2B-A693-EA6BD9802EAB}"/>
            </ac:spMkLst>
          </pc:sp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9:03:28.618" v="2748" actId="2696"/>
          <pc:sldLayoutMkLst>
            <pc:docMk/>
            <pc:sldMasterMk cId="1413773771" sldId="2147483880"/>
            <pc:sldLayoutMk cId="2607141888" sldId="2147483956"/>
          </pc:sldLayoutMkLst>
          <pc:spChg chg="mod">
            <ac:chgData name="김영옥(KIM Youngok)/Talent Development팀/SK" userId="7950cb5c-ae8f-49ba-9c38-2b3ced9c246d" providerId="ADAL" clId="{AEA78BFF-9D05-430C-BDFC-F91FAF29E47F}" dt="2024-10-18T03:51:21.377" v="446" actId="255"/>
            <ac:spMkLst>
              <pc:docMk/>
              <pc:sldMasterMk cId="1413773771" sldId="2147483880"/>
              <pc:sldLayoutMk cId="2607141888" sldId="2147483956"/>
              <ac:spMk id="7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2:26:23.182" v="254"/>
            <ac:spMkLst>
              <pc:docMk/>
              <pc:sldMasterMk cId="1413773771" sldId="2147483880"/>
              <pc:sldLayoutMk cId="2607141888" sldId="2147483956"/>
              <ac:spMk id="8" creationId="{FFA7A335-D8D7-0C7A-E302-DA2BBC9258B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0:37.018" v="419" actId="207"/>
            <ac:spMkLst>
              <pc:docMk/>
              <pc:sldMasterMk cId="1413773771" sldId="2147483880"/>
              <pc:sldLayoutMk cId="2607141888" sldId="2147483956"/>
              <ac:spMk id="11" creationId="{2D7FEAB1-71BB-7D64-A068-A09FF549188D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2:26:51.334" v="258" actId="478"/>
            <ac:spMkLst>
              <pc:docMk/>
              <pc:sldMasterMk cId="1413773771" sldId="2147483880"/>
              <pc:sldLayoutMk cId="2607141888" sldId="2147483956"/>
              <ac:spMk id="12" creationId="{9260CBA2-4A74-81B5-DC31-D76AC26125B8}"/>
            </ac:spMkLst>
          </pc:spChg>
          <pc:spChg chg="add mod">
            <ac:chgData name="김영옥(KIM Youngok)/Talent Development팀/SK" userId="7950cb5c-ae8f-49ba-9c38-2b3ced9c246d" providerId="ADAL" clId="{AEA78BFF-9D05-430C-BDFC-F91FAF29E47F}" dt="2024-10-18T03:51:08.520" v="442"/>
            <ac:spMkLst>
              <pc:docMk/>
              <pc:sldMasterMk cId="1413773771" sldId="2147483880"/>
              <pc:sldLayoutMk cId="2607141888" sldId="2147483956"/>
              <ac:spMk id="13" creationId="{84BA7E76-57E9-59D0-53BF-291F1C3FB53B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2:26:24.936" v="255"/>
            <ac:grpSpMkLst>
              <pc:docMk/>
              <pc:sldMasterMk cId="1413773771" sldId="2147483880"/>
              <pc:sldLayoutMk cId="2607141888" sldId="2147483956"/>
              <ac:grpSpMk id="2" creationId="{32F3FF3F-51F9-6194-CBD1-F2941CD9F711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2:26:23.182" v="254"/>
            <ac:picMkLst>
              <pc:docMk/>
              <pc:sldMasterMk cId="1413773771" sldId="2147483880"/>
              <pc:sldLayoutMk cId="2607141888" sldId="2147483956"/>
              <ac:picMk id="5" creationId="{2BCC3AB7-3996-6AB4-1CB3-A03611E27C4B}"/>
            </ac:picMkLst>
          </pc:picChg>
        </pc:sldLayoutChg>
        <pc:sldLayoutChg chg="modSp del mod ord">
          <pc:chgData name="김영옥(KIM Youngok)/Talent Development팀/SK" userId="7950cb5c-ae8f-49ba-9c38-2b3ced9c246d" providerId="ADAL" clId="{AEA78BFF-9D05-430C-BDFC-F91FAF29E47F}" dt="2024-10-18T08:48:46.825" v="2237" actId="2696"/>
          <pc:sldLayoutMkLst>
            <pc:docMk/>
            <pc:sldMasterMk cId="1413773771" sldId="2147483880"/>
            <pc:sldLayoutMk cId="1418319298" sldId="2147483957"/>
          </pc:sldLayoutMkLst>
          <pc:spChg chg="mod">
            <ac:chgData name="김영옥(KIM Youngok)/Talent Development팀/SK" userId="7950cb5c-ae8f-49ba-9c38-2b3ced9c246d" providerId="ADAL" clId="{AEA78BFF-9D05-430C-BDFC-F91FAF29E47F}" dt="2024-10-18T03:58:11.224" v="548" actId="207"/>
            <ac:spMkLst>
              <pc:docMk/>
              <pc:sldMasterMk cId="1413773771" sldId="2147483880"/>
              <pc:sldLayoutMk cId="1418319298" sldId="2147483957"/>
              <ac:spMk id="5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7:57.633" v="547" actId="207"/>
            <ac:spMkLst>
              <pc:docMk/>
              <pc:sldMasterMk cId="1413773771" sldId="2147483880"/>
              <pc:sldLayoutMk cId="1418319298" sldId="2147483957"/>
              <ac:spMk id="10" creationId="{0D1C102E-457F-D04E-52FA-A9072E9B4947}"/>
            </ac:spMkLst>
          </pc:sp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8:07:34.303" v="1922" actId="2696"/>
          <pc:sldLayoutMkLst>
            <pc:docMk/>
            <pc:sldMasterMk cId="1413773771" sldId="2147483880"/>
            <pc:sldLayoutMk cId="2337373559" sldId="2147483958"/>
          </pc:sldLayoutMkLst>
          <pc:spChg chg="mod">
            <ac:chgData name="김영옥(KIM Youngok)/Talent Development팀/SK" userId="7950cb5c-ae8f-49ba-9c38-2b3ced9c246d" providerId="ADAL" clId="{AEA78BFF-9D05-430C-BDFC-F91FAF29E47F}" dt="2024-10-18T07:44:34.858" v="1598" actId="20577"/>
            <ac:spMkLst>
              <pc:docMk/>
              <pc:sldMasterMk cId="1413773771" sldId="2147483880"/>
              <pc:sldLayoutMk cId="2337373559" sldId="2147483958"/>
              <ac:spMk id="2" creationId="{00000000-0000-0000-0000-000000000000}"/>
            </ac:spMkLst>
          </pc:spChg>
          <pc:spChg chg="add del">
            <ac:chgData name="김영옥(KIM Youngok)/Talent Development팀/SK" userId="7950cb5c-ae8f-49ba-9c38-2b3ced9c246d" providerId="ADAL" clId="{AEA78BFF-9D05-430C-BDFC-F91FAF29E47F}" dt="2024-10-18T07:33:10.399" v="1433" actId="478"/>
            <ac:spMkLst>
              <pc:docMk/>
              <pc:sldMasterMk cId="1413773771" sldId="2147483880"/>
              <pc:sldLayoutMk cId="2337373559" sldId="2147483958"/>
              <ac:spMk id="7" creationId="{00000000-0000-0000-0000-000000000000}"/>
            </ac:spMkLst>
          </pc:spChg>
          <pc:spChg chg="add del">
            <ac:chgData name="김영옥(KIM Youngok)/Talent Development팀/SK" userId="7950cb5c-ae8f-49ba-9c38-2b3ced9c246d" providerId="ADAL" clId="{AEA78BFF-9D05-430C-BDFC-F91FAF29E47F}" dt="2024-10-18T07:33:09.061" v="1432" actId="478"/>
            <ac:spMkLst>
              <pc:docMk/>
              <pc:sldMasterMk cId="1413773771" sldId="2147483880"/>
              <pc:sldLayoutMk cId="2337373559" sldId="2147483958"/>
              <ac:spMk id="11" creationId="{BDEBDA31-24C3-A70C-FDE0-16AA45F1DDF8}"/>
            </ac:spMkLst>
          </pc:spChg>
          <pc:cxnChg chg="add del mod">
            <ac:chgData name="김영옥(KIM Youngok)/Talent Development팀/SK" userId="7950cb5c-ae8f-49ba-9c38-2b3ced9c246d" providerId="ADAL" clId="{AEA78BFF-9D05-430C-BDFC-F91FAF29E47F}" dt="2024-10-18T07:46:26.725" v="1606" actId="1582"/>
            <ac:cxnSpMkLst>
              <pc:docMk/>
              <pc:sldMasterMk cId="1413773771" sldId="2147483880"/>
              <pc:sldLayoutMk cId="2337373559" sldId="2147483958"/>
              <ac:cxnSpMk id="5" creationId="{00000000-0000-0000-0000-000000000000}"/>
            </ac:cxnSpMkLst>
          </pc:cxnChg>
        </pc:sldLayoutChg>
        <pc:sldLayoutChg chg="delSp modSp del mod">
          <pc:chgData name="김영옥(KIM Youngok)/Talent Development팀/SK" userId="7950cb5c-ae8f-49ba-9c38-2b3ced9c246d" providerId="ADAL" clId="{AEA78BFF-9D05-430C-BDFC-F91FAF29E47F}" dt="2024-10-18T08:07:32.218" v="1921" actId="2696"/>
          <pc:sldLayoutMkLst>
            <pc:docMk/>
            <pc:sldMasterMk cId="1413773771" sldId="2147483880"/>
            <pc:sldLayoutMk cId="4099475561" sldId="2147483959"/>
          </pc:sldLayoutMkLst>
          <pc:spChg chg="mod">
            <ac:chgData name="김영옥(KIM Youngok)/Talent Development팀/SK" userId="7950cb5c-ae8f-49ba-9c38-2b3ced9c246d" providerId="ADAL" clId="{AEA78BFF-9D05-430C-BDFC-F91FAF29E47F}" dt="2024-10-18T07:44:26.280" v="1594" actId="20577"/>
            <ac:spMkLst>
              <pc:docMk/>
              <pc:sldMasterMk cId="1413773771" sldId="2147483880"/>
              <pc:sldLayoutMk cId="4099475561" sldId="2147483959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7:40:18.363" v="1582" actId="478"/>
            <ac:spMkLst>
              <pc:docMk/>
              <pc:sldMasterMk cId="1413773771" sldId="2147483880"/>
              <pc:sldLayoutMk cId="4099475561" sldId="2147483959"/>
              <ac:spMk id="11" creationId="{BDEBDA31-24C3-A70C-FDE0-16AA45F1DDF8}"/>
            </ac:spMkLst>
          </pc:spChg>
          <pc:cxnChg chg="del mod">
            <ac:chgData name="김영옥(KIM Youngok)/Talent Development팀/SK" userId="7950cb5c-ae8f-49ba-9c38-2b3ced9c246d" providerId="ADAL" clId="{AEA78BFF-9D05-430C-BDFC-F91FAF29E47F}" dt="2024-10-18T08:02:02.568" v="1838" actId="478"/>
            <ac:cxnSpMkLst>
              <pc:docMk/>
              <pc:sldMasterMk cId="1413773771" sldId="2147483880"/>
              <pc:sldLayoutMk cId="4099475561" sldId="2147483959"/>
              <ac:cxnSpMk id="5" creationId="{00000000-0000-0000-0000-000000000000}"/>
            </ac:cxnSpMkLst>
          </pc:cxnChg>
        </pc:sldLayoutChg>
        <pc:sldLayoutChg chg="delSp mod">
          <pc:chgData name="김영옥(KIM Youngok)/Talent Development팀/SK" userId="7950cb5c-ae8f-49ba-9c38-2b3ced9c246d" providerId="ADAL" clId="{AEA78BFF-9D05-430C-BDFC-F91FAF29E47F}" dt="2024-10-18T08:05:03.573" v="1907" actId="478"/>
          <pc:sldLayoutMkLst>
            <pc:docMk/>
            <pc:sldMasterMk cId="1413773771" sldId="2147483880"/>
            <pc:sldLayoutMk cId="3451575426" sldId="2147483960"/>
          </pc:sldLayoutMkLst>
          <pc:spChg chg="del">
            <ac:chgData name="김영옥(KIM Youngok)/Talent Development팀/SK" userId="7950cb5c-ae8f-49ba-9c38-2b3ced9c246d" providerId="ADAL" clId="{AEA78BFF-9D05-430C-BDFC-F91FAF29E47F}" dt="2024-10-18T08:05:03.573" v="1907" actId="478"/>
            <ac:spMkLst>
              <pc:docMk/>
              <pc:sldMasterMk cId="1413773771" sldId="2147483880"/>
              <pc:sldLayoutMk cId="3451575426" sldId="2147483960"/>
              <ac:spMk id="11" creationId="{BDEBDA31-24C3-A70C-FDE0-16AA45F1DDF8}"/>
            </ac:spMkLst>
          </pc:spChg>
        </pc:sldLayoutChg>
        <pc:sldLayoutChg chg="delSp modSp mod">
          <pc:chgData name="김영옥(KIM Youngok)/Talent Development팀/SK" userId="7950cb5c-ae8f-49ba-9c38-2b3ced9c246d" providerId="ADAL" clId="{AEA78BFF-9D05-430C-BDFC-F91FAF29E47F}" dt="2024-10-18T08:07:20.731" v="1919" actId="20577"/>
          <pc:sldLayoutMkLst>
            <pc:docMk/>
            <pc:sldMasterMk cId="1413773771" sldId="2147483880"/>
            <pc:sldLayoutMk cId="1004061442" sldId="2147483961"/>
          </pc:sldLayoutMkLst>
          <pc:spChg chg="mod">
            <ac:chgData name="김영옥(KIM Youngok)/Talent Development팀/SK" userId="7950cb5c-ae8f-49ba-9c38-2b3ced9c246d" providerId="ADAL" clId="{AEA78BFF-9D05-430C-BDFC-F91FAF29E47F}" dt="2024-10-18T08:07:20.731" v="1919" actId="20577"/>
            <ac:spMkLst>
              <pc:docMk/>
              <pc:sldMasterMk cId="1413773771" sldId="2147483880"/>
              <pc:sldLayoutMk cId="1004061442" sldId="2147483961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8:05:09.666" v="1908" actId="478"/>
            <ac:spMkLst>
              <pc:docMk/>
              <pc:sldMasterMk cId="1413773771" sldId="2147483880"/>
              <pc:sldLayoutMk cId="1004061442" sldId="2147483961"/>
              <ac:spMk id="7" creationId="{00000000-0000-0000-0000-000000000000}"/>
            </ac:spMkLst>
          </pc:spChg>
        </pc:sldLayoutChg>
      </pc:sldMasterChg>
    </pc:docChg>
  </pc:docChgLst>
  <pc:docChgLst>
    <pc:chgData name="김영옥(KIM Youngok)/Talent Development팀/SK" userId="7950cb5c-ae8f-49ba-9c38-2b3ced9c246d" providerId="ADAL" clId="{99C3011D-24D1-4D81-9726-702C8EFC5B77}"/>
    <pc:docChg chg="undo custSel addSld modSld modMainMaster modSection">
      <pc:chgData name="김영옥(KIM Youngok)/Talent Development팀/SK" userId="7950cb5c-ae8f-49ba-9c38-2b3ced9c246d" providerId="ADAL" clId="{99C3011D-24D1-4D81-9726-702C8EFC5B77}" dt="2024-11-14T07:34:07.686" v="178"/>
      <pc:docMkLst>
        <pc:docMk/>
      </pc:docMkLst>
      <pc:sldChg chg="modSp mod">
        <pc:chgData name="김영옥(KIM Youngok)/Talent Development팀/SK" userId="7950cb5c-ae8f-49ba-9c38-2b3ced9c246d" providerId="ADAL" clId="{99C3011D-24D1-4D81-9726-702C8EFC5B77}" dt="2024-11-14T07:30:45.368" v="48" actId="20577"/>
        <pc:sldMkLst>
          <pc:docMk/>
          <pc:sldMk cId="3205273436" sldId="535"/>
        </pc:sldMkLst>
        <pc:spChg chg="mod">
          <ac:chgData name="김영옥(KIM Youngok)/Talent Development팀/SK" userId="7950cb5c-ae8f-49ba-9c38-2b3ced9c246d" providerId="ADAL" clId="{99C3011D-24D1-4D81-9726-702C8EFC5B77}" dt="2024-11-14T07:30:45.368" v="48" actId="20577"/>
          <ac:spMkLst>
            <pc:docMk/>
            <pc:sldMk cId="3205273436" sldId="535"/>
            <ac:spMk id="3" creationId="{7F0F2657-9D61-3BC3-14CC-27354ABFF113}"/>
          </ac:spMkLst>
        </pc:spChg>
        <pc:spChg chg="mod">
          <ac:chgData name="김영옥(KIM Youngok)/Talent Development팀/SK" userId="7950cb5c-ae8f-49ba-9c38-2b3ced9c246d" providerId="ADAL" clId="{99C3011D-24D1-4D81-9726-702C8EFC5B77}" dt="2024-11-14T07:30:37.589" v="32"/>
          <ac:spMkLst>
            <pc:docMk/>
            <pc:sldMk cId="3205273436" sldId="535"/>
            <ac:spMk id="5" creationId="{F4FC26B5-3D8E-8804-85A9-388E2FD1A83A}"/>
          </ac:spMkLst>
        </pc:spChg>
      </pc:sldChg>
      <pc:sldChg chg="addSp modSp new mod">
        <pc:chgData name="김영옥(KIM Youngok)/Talent Development팀/SK" userId="7950cb5c-ae8f-49ba-9c38-2b3ced9c246d" providerId="ADAL" clId="{99C3011D-24D1-4D81-9726-702C8EFC5B77}" dt="2024-11-14T07:34:07.686" v="178"/>
        <pc:sldMkLst>
          <pc:docMk/>
          <pc:sldMk cId="1194622758" sldId="539"/>
        </pc:sldMkLst>
        <pc:spChg chg="add mod">
          <ac:chgData name="김영옥(KIM Youngok)/Talent Development팀/SK" userId="7950cb5c-ae8f-49ba-9c38-2b3ced9c246d" providerId="ADAL" clId="{99C3011D-24D1-4D81-9726-702C8EFC5B77}" dt="2024-11-14T07:34:07.686" v="178"/>
          <ac:spMkLst>
            <pc:docMk/>
            <pc:sldMk cId="1194622758" sldId="539"/>
            <ac:spMk id="11" creationId="{FEA1532B-9366-22F7-A704-25BF9E24A8A0}"/>
          </ac:spMkLst>
        </pc:spChg>
        <pc:picChg chg="add mod">
          <ac:chgData name="김영옥(KIM Youngok)/Talent Development팀/SK" userId="7950cb5c-ae8f-49ba-9c38-2b3ced9c246d" providerId="ADAL" clId="{99C3011D-24D1-4D81-9726-702C8EFC5B77}" dt="2024-11-14T07:32:49.235" v="64" actId="14100"/>
          <ac:picMkLst>
            <pc:docMk/>
            <pc:sldMk cId="1194622758" sldId="539"/>
            <ac:picMk id="3" creationId="{5E428952-3CDA-F4F4-C498-368E6DEC818C}"/>
          </ac:picMkLst>
        </pc:picChg>
        <pc:picChg chg="add mod">
          <ac:chgData name="김영옥(KIM Youngok)/Talent Development팀/SK" userId="7950cb5c-ae8f-49ba-9c38-2b3ced9c246d" providerId="ADAL" clId="{99C3011D-24D1-4D81-9726-702C8EFC5B77}" dt="2024-11-14T07:32:46.412" v="63" actId="1076"/>
          <ac:picMkLst>
            <pc:docMk/>
            <pc:sldMk cId="1194622758" sldId="539"/>
            <ac:picMk id="5" creationId="{32C308B9-BB1A-5D68-4A9F-2B7BC9428BF0}"/>
          </ac:picMkLst>
        </pc:picChg>
        <pc:cxnChg chg="add mod">
          <ac:chgData name="김영옥(KIM Youngok)/Talent Development팀/SK" userId="7950cb5c-ae8f-49ba-9c38-2b3ced9c246d" providerId="ADAL" clId="{99C3011D-24D1-4D81-9726-702C8EFC5B77}" dt="2024-11-14T07:33:07.255" v="67" actId="1582"/>
          <ac:cxnSpMkLst>
            <pc:docMk/>
            <pc:sldMk cId="1194622758" sldId="539"/>
            <ac:cxnSpMk id="7" creationId="{E47433EE-1C2C-E379-A53D-9F208B8E4780}"/>
          </ac:cxnSpMkLst>
        </pc:cxnChg>
        <pc:cxnChg chg="add mod">
          <ac:chgData name="김영옥(KIM Youngok)/Talent Development팀/SK" userId="7950cb5c-ae8f-49ba-9c38-2b3ced9c246d" providerId="ADAL" clId="{99C3011D-24D1-4D81-9726-702C8EFC5B77}" dt="2024-11-14T07:33:21.459" v="70" actId="14100"/>
          <ac:cxnSpMkLst>
            <pc:docMk/>
            <pc:sldMk cId="1194622758" sldId="539"/>
            <ac:cxnSpMk id="8" creationId="{182C1B78-E1A1-FA43-71AD-DF434B32C19D}"/>
          </ac:cxnSpMkLst>
        </pc:cxnChg>
      </pc:sldChg>
      <pc:sldMasterChg chg="modSldLayout">
        <pc:chgData name="김영옥(KIM Youngok)/Talent Development팀/SK" userId="7950cb5c-ae8f-49ba-9c38-2b3ced9c246d" providerId="ADAL" clId="{99C3011D-24D1-4D81-9726-702C8EFC5B77}" dt="2024-11-14T07:31:39.911" v="59" actId="14100"/>
        <pc:sldMasterMkLst>
          <pc:docMk/>
          <pc:sldMasterMk cId="1413773771" sldId="2147483880"/>
        </pc:sldMasterMkLst>
        <pc:sldLayoutChg chg="addSp delSp modSp mod">
          <pc:chgData name="김영옥(KIM Youngok)/Talent Development팀/SK" userId="7950cb5c-ae8f-49ba-9c38-2b3ced9c246d" providerId="ADAL" clId="{99C3011D-24D1-4D81-9726-702C8EFC5B77}" dt="2024-11-14T07:31:39.911" v="59" actId="14100"/>
          <pc:sldLayoutMkLst>
            <pc:docMk/>
            <pc:sldMasterMk cId="1413773771" sldId="2147483880"/>
            <pc:sldLayoutMk cId="3183402762" sldId="2147483881"/>
          </pc:sldLayoutMkLst>
          <pc:spChg chg="add del">
            <ac:chgData name="김영옥(KIM Youngok)/Talent Development팀/SK" userId="7950cb5c-ae8f-49ba-9c38-2b3ced9c246d" providerId="ADAL" clId="{99C3011D-24D1-4D81-9726-702C8EFC5B77}" dt="2024-11-14T07:30:23.522" v="9" actId="478"/>
            <ac:spMkLst>
              <pc:docMk/>
              <pc:sldMasterMk cId="1413773771" sldId="2147483880"/>
              <pc:sldLayoutMk cId="3183402762" sldId="2147483881"/>
              <ac:spMk id="13" creationId="{70D2AE29-70E3-2503-DDD4-D41CAAF512D6}"/>
            </ac:spMkLst>
          </pc:spChg>
          <pc:picChg chg="del">
            <ac:chgData name="김영옥(KIM Youngok)/Talent Development팀/SK" userId="7950cb5c-ae8f-49ba-9c38-2b3ced9c246d" providerId="ADAL" clId="{99C3011D-24D1-4D81-9726-702C8EFC5B77}" dt="2024-11-14T07:31:34.776" v="57" actId="478"/>
            <ac:picMkLst>
              <pc:docMk/>
              <pc:sldMasterMk cId="1413773771" sldId="2147483880"/>
              <pc:sldLayoutMk cId="3183402762" sldId="2147483881"/>
              <ac:picMk id="3" creationId="{2C5BB03C-75F0-D68A-BA62-1631391AD3AD}"/>
            </ac:picMkLst>
          </pc:picChg>
          <pc:picChg chg="add mod">
            <ac:chgData name="김영옥(KIM Youngok)/Talent Development팀/SK" userId="7950cb5c-ae8f-49ba-9c38-2b3ced9c246d" providerId="ADAL" clId="{99C3011D-24D1-4D81-9726-702C8EFC5B77}" dt="2024-11-14T07:30:21.572" v="8" actId="1076"/>
            <ac:picMkLst>
              <pc:docMk/>
              <pc:sldMasterMk cId="1413773771" sldId="2147483880"/>
              <pc:sldLayoutMk cId="3183402762" sldId="2147483881"/>
              <ac:picMk id="6" creationId="{B706E6A5-A742-A532-CA9B-86EAA3D93422}"/>
            </ac:picMkLst>
          </pc:picChg>
          <pc:picChg chg="add mod">
            <ac:chgData name="김영옥(KIM Youngok)/Talent Development팀/SK" userId="7950cb5c-ae8f-49ba-9c38-2b3ced9c246d" providerId="ADAL" clId="{99C3011D-24D1-4D81-9726-702C8EFC5B77}" dt="2024-11-14T07:31:39.911" v="59" actId="14100"/>
            <ac:picMkLst>
              <pc:docMk/>
              <pc:sldMasterMk cId="1413773771" sldId="2147483880"/>
              <pc:sldLayoutMk cId="3183402762" sldId="2147483881"/>
              <ac:picMk id="11" creationId="{FE4BC128-6948-C743-60B7-F310DCF82438}"/>
            </ac:picMkLst>
          </pc:pic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5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4" y="5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/>
          <a:lstStyle>
            <a:lvl1pPr algn="r">
              <a:defRPr sz="1200"/>
            </a:lvl1pPr>
          </a:lstStyle>
          <a:p>
            <a:fld id="{31E2A767-9F62-49DB-8506-BD19A0F11CC9}" type="datetimeFigureOut">
              <a:rPr lang="ko-KR" altLang="en-US" smtClean="0"/>
              <a:pPr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83213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05" tIns="45801" rIns="91605" bIns="458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7"/>
            <a:ext cx="5444490" cy="4472702"/>
          </a:xfrm>
          <a:prstGeom prst="rect">
            <a:avLst/>
          </a:prstGeom>
        </p:spPr>
        <p:txBody>
          <a:bodyPr vert="horz" lIns="91605" tIns="45801" rIns="91605" bIns="458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40656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4" y="9440656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 anchor="b"/>
          <a:lstStyle>
            <a:lvl1pPr algn="r">
              <a:defRPr sz="1200"/>
            </a:lvl1pPr>
          </a:lstStyle>
          <a:p>
            <a:fld id="{78305DE0-743A-47F2-A601-77B2FD509C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7604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="" xmlns:a16="http://schemas.microsoft.com/office/drawing/2014/main" id="{F701171C-2F4B-2490-13EA-19A407A9E160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8" name="그림 7" descr="컴퓨터, 노트북, 전자 기기, 스크린샷이(가) 표시된 사진&#10;&#10;자동 생성된 설명">
              <a:extLst>
                <a:ext uri="{FF2B5EF4-FFF2-40B4-BE49-F238E27FC236}">
                  <a16:creationId xmlns="" xmlns:a16="http://schemas.microsoft.com/office/drawing/2014/main" id="{06B544E4-8E3D-E4EA-2043-9B13FA59E7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="" xmlns:a16="http://schemas.microsoft.com/office/drawing/2014/main" id="{0D1C102E-457F-D04E-52FA-A9072E9B4947}"/>
                </a:ext>
              </a:extLst>
            </p:cNvPr>
            <p:cNvSpPr/>
            <p:nvPr/>
          </p:nvSpPr>
          <p:spPr>
            <a:xfrm>
              <a:off x="15995" y="0"/>
              <a:ext cx="7964812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72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2400" dirty="0">
                <a:ln>
                  <a:solidFill>
                    <a:srgbClr val="CBCBCB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/>
          <p:cNvSpPr txBox="1"/>
          <p:nvPr userDrawn="1"/>
        </p:nvSpPr>
        <p:spPr bwMode="auto">
          <a:xfrm>
            <a:off x="9417504" y="6525359"/>
            <a:ext cx="488504" cy="305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12541" y="2033074"/>
            <a:ext cx="8280919" cy="1550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90000"/>
              </a:lnSpc>
              <a:defRPr lang="ko-KR" altLang="en-US" sz="4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과정 제목</a:t>
            </a:r>
          </a:p>
        </p:txBody>
      </p:sp>
      <p:sp>
        <p:nvSpPr>
          <p:cNvPr id="9" name="텍스트 개체 틀 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12541" y="4268677"/>
            <a:ext cx="4608090" cy="432172"/>
          </a:xfrm>
          <a:prstGeom prst="rect">
            <a:avLst/>
          </a:prstGeom>
        </p:spPr>
        <p:txBody>
          <a:bodyPr anchor="ctr"/>
          <a:lstStyle>
            <a:lvl1pPr algn="l">
              <a:defRPr sz="1800" b="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날짜 입력</a:t>
            </a:r>
          </a:p>
        </p:txBody>
      </p:sp>
      <p:pic>
        <p:nvPicPr>
          <p:cNvPr id="6" name="그림 5" descr="폰트, 그래픽, 로고, 그래픽 디자인이(가) 표시된 사진&#10;&#10;자동 생성된 설명">
            <a:extLst>
              <a:ext uri="{FF2B5EF4-FFF2-40B4-BE49-F238E27FC236}">
                <a16:creationId xmlns="" xmlns:a16="http://schemas.microsoft.com/office/drawing/2014/main" id="{B706E6A5-A742-A532-CA9B-86EAA3D93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05" y="782448"/>
            <a:ext cx="1756214" cy="432172"/>
          </a:xfrm>
          <a:prstGeom prst="rect">
            <a:avLst/>
          </a:prstGeom>
        </p:spPr>
      </p:pic>
      <p:pic>
        <p:nvPicPr>
          <p:cNvPr id="13" name="Picture 3">
            <a:extLst>
              <a:ext uri="{FF2B5EF4-FFF2-40B4-BE49-F238E27FC236}">
                <a16:creationId xmlns="" xmlns:a16="http://schemas.microsoft.com/office/drawing/2014/main" id="{79D48675-6D0F-6F20-0FDE-0E3E75BA0D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743515" y="5955784"/>
            <a:ext cx="842398" cy="7123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8585521D-5B03-D1F3-C0B4-7C32819D5E30}"/>
              </a:ext>
            </a:extLst>
          </p:cNvPr>
          <p:cNvSpPr txBox="1"/>
          <p:nvPr userDrawn="1"/>
        </p:nvSpPr>
        <p:spPr>
          <a:xfrm>
            <a:off x="861378" y="6101839"/>
            <a:ext cx="6264352" cy="2616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FF00"/>
                </a:solidFill>
              </a:rPr>
              <a:t>본 문서는 </a:t>
            </a:r>
            <a:r>
              <a:rPr lang="en-US" altLang="ko-KR" sz="1100" dirty="0">
                <a:solidFill>
                  <a:srgbClr val="FFFF00"/>
                </a:solidFill>
              </a:rPr>
              <a:t>SK</a:t>
            </a:r>
            <a:r>
              <a:rPr lang="ko-KR" altLang="en-US" sz="1100" dirty="0">
                <a:solidFill>
                  <a:srgbClr val="FFFF00"/>
                </a:solidFill>
              </a:rPr>
              <a:t>㈜</a:t>
            </a:r>
            <a:r>
              <a:rPr lang="en-US" altLang="ko-KR" sz="1100" dirty="0">
                <a:solidFill>
                  <a:srgbClr val="FFFF00"/>
                </a:solidFill>
              </a:rPr>
              <a:t>AX</a:t>
            </a:r>
            <a:r>
              <a:rPr lang="ko-KR" altLang="en-US" sz="1100" dirty="0">
                <a:solidFill>
                  <a:srgbClr val="FFFF00"/>
                </a:solidFill>
              </a:rPr>
              <a:t>의 컨텐츠 자산으로</a:t>
            </a:r>
            <a:r>
              <a:rPr lang="en-US" altLang="ko-KR" sz="1100" dirty="0">
                <a:solidFill>
                  <a:srgbClr val="FFFF00"/>
                </a:solidFill>
              </a:rPr>
              <a:t>, </a:t>
            </a:r>
            <a:r>
              <a:rPr lang="ko-KR" altLang="en-US" sz="1100" dirty="0">
                <a:solidFill>
                  <a:srgbClr val="FFFF00"/>
                </a:solidFill>
              </a:rPr>
              <a:t>무단 사용 및 불법 배포 시 법적 조치를 받을 수 있습니다</a:t>
            </a:r>
            <a:r>
              <a:rPr lang="en-US" altLang="ko-KR" sz="1100" dirty="0">
                <a:solidFill>
                  <a:srgbClr val="FFFF00"/>
                </a:solidFill>
              </a:rPr>
              <a:t>.</a:t>
            </a:r>
            <a:endParaRPr lang="ko-KR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3402762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전체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DBC91F69-9297-438C-0FDC-7C35D35758BA}"/>
              </a:ext>
            </a:extLst>
          </p:cNvPr>
          <p:cNvGrpSpPr/>
          <p:nvPr userDrawn="1"/>
        </p:nvGrpSpPr>
        <p:grpSpPr>
          <a:xfrm>
            <a:off x="-2" y="0"/>
            <a:ext cx="9906007" cy="6858000"/>
            <a:chOff x="-2" y="0"/>
            <a:chExt cx="9906007" cy="6858000"/>
          </a:xfrm>
        </p:grpSpPr>
        <p:pic>
          <p:nvPicPr>
            <p:cNvPr id="10" name="그림 9" descr="사람, 키보드, 노트북, 컴퓨터이(가) 표시된 사진&#10;&#10;자동 생성된 설명">
              <a:extLst>
                <a:ext uri="{FF2B5EF4-FFF2-40B4-BE49-F238E27FC236}">
                  <a16:creationId xmlns="" xmlns:a16="http://schemas.microsoft.com/office/drawing/2014/main" id="{7E6880CC-9369-641C-3F2A-9C92B89FE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=""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2D7FEAB1-71BB-7D64-A068-A09FF549188D}"/>
                </a:ext>
              </a:extLst>
            </p:cNvPr>
            <p:cNvSpPr/>
            <p:nvPr/>
          </p:nvSpPr>
          <p:spPr>
            <a:xfrm flipH="1">
              <a:off x="-2" y="0"/>
              <a:ext cx="9906007" cy="6858000"/>
            </a:xfrm>
            <a:prstGeom prst="rect">
              <a:avLst/>
            </a:prstGeom>
            <a:gradFill>
              <a:gsLst>
                <a:gs pos="48000">
                  <a:schemeClr val="bg1"/>
                </a:gs>
                <a:gs pos="92000">
                  <a:schemeClr val="bg1">
                    <a:alpha val="0"/>
                  </a:schemeClr>
                </a:gs>
              </a:gsLst>
              <a:lin ang="0" scaled="1"/>
            </a:gradFill>
            <a:ln w="2857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>
                <a:lnSpc>
                  <a:spcPct val="150000"/>
                </a:lnSpc>
              </a:pPr>
              <a:endParaRPr lang="ko-KR" altLang="en-US" sz="1200" b="1" spc="-40">
                <a:ln>
                  <a:solidFill>
                    <a:srgbClr val="CBCBCB">
                      <a:alpha val="0"/>
                    </a:srgb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9" name="개체 8" hidden="1">
            <a:extLst>
              <a:ext uri="{FF2B5EF4-FFF2-40B4-BE49-F238E27FC236}">
                <a16:creationId xmlns=""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p:oleObj spid="_x0000_s2399" name="think-cell Slide" r:id="rId6" imgW="360" imgH="360" progId="">
              <p:embed/>
            </p:oleObj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=""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4546121" y="5514506"/>
            <a:ext cx="5012758" cy="54553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514800" indent="-514350" algn="l" defTabSz="914400" rtl="0" eaLnBrk="1" latinLnBrk="1" hangingPunct="1">
              <a:lnSpc>
                <a:spcPct val="170000"/>
              </a:lnSpc>
              <a:spcBef>
                <a:spcPts val="600"/>
              </a:spcBef>
              <a:buClr>
                <a:srgbClr val="0070C0"/>
              </a:buClr>
              <a:buSzPct val="140000"/>
              <a:buFont typeface="+mj-lt"/>
              <a:buAutoNum type="arabicPeriod"/>
              <a:defRPr lang="ko-KR" altLang="en-US" sz="2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목차는 </a:t>
            </a:r>
            <a:r>
              <a:rPr lang="en-US" altLang="ko-KR" dirty="0"/>
              <a:t>1 depth</a:t>
            </a:r>
            <a:r>
              <a:rPr lang="ko-KR" altLang="en-US" dirty="0"/>
              <a:t> 만 작성해주세요</a:t>
            </a:r>
          </a:p>
        </p:txBody>
      </p:sp>
    </p:spTree>
    <p:extLst>
      <p:ext uri="{BB962C8B-B14F-4D97-AF65-F5344CB8AC3E}">
        <p14:creationId xmlns="" xmlns:p14="http://schemas.microsoft.com/office/powerpoint/2010/main" val="95750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사람, 키보드, 노트북, 컴퓨터이(가) 표시된 사진&#10;&#10;자동 생성된 설명">
            <a:extLst>
              <a:ext uri="{FF2B5EF4-FFF2-40B4-BE49-F238E27FC236}">
                <a16:creationId xmlns="" xmlns:a16="http://schemas.microsoft.com/office/drawing/2014/main" id="{B9700F61-7A7B-D356-3EEC-8248AAF3F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5000"/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</p:pic>
      <p:sp>
        <p:nvSpPr>
          <p:cNvPr id="5" name="텍스트 개체 틀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12541" y="1916113"/>
            <a:ext cx="8280919" cy="1008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ko-KR" altLang="en-US" sz="36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spcBef>
                <a:spcPct val="0"/>
              </a:spcBef>
            </a:pPr>
            <a:r>
              <a:rPr lang="ko-KR" altLang="en-US" dirty="0"/>
              <a:t>간지 </a:t>
            </a:r>
          </a:p>
        </p:txBody>
      </p:sp>
      <p:sp>
        <p:nvSpPr>
          <p:cNvPr id="9" name="텍스트 개체 틀 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6578" y="3089073"/>
            <a:ext cx="7959320" cy="432172"/>
          </a:xfrm>
          <a:prstGeom prst="rect">
            <a:avLst/>
          </a:prstGeom>
        </p:spPr>
        <p:txBody>
          <a:bodyPr anchor="t"/>
          <a:lstStyle>
            <a:lvl1pPr marL="285750" indent="-285750" algn="l">
              <a:buFont typeface="Wingdings" panose="05000000000000000000" pitchFamily="2" charset="2"/>
              <a:buChar char="§"/>
              <a:defRPr lang="ko-KR" altLang="en-US" b="0" dirty="0">
                <a:solidFill>
                  <a:schemeClr val="tx1"/>
                </a:solidFill>
                <a:latin typeface="+mn-ea"/>
              </a:defRPr>
            </a:lvl1pPr>
          </a:lstStyle>
          <a:p>
            <a:pPr lvl="0" algn="l"/>
            <a:r>
              <a:rPr lang="ko-KR" altLang="en-US" dirty="0"/>
              <a:t>필요하다면 세부 목차를 여기 넣으세요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79D48675-6D0F-6F20-0FDE-0E3E75BA0D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743515" y="5955784"/>
            <a:ext cx="842398" cy="712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7EF6BD1-7DF6-DDB6-F9AB-4F1AFDD2D12D}"/>
              </a:ext>
            </a:extLst>
          </p:cNvPr>
          <p:cNvSpPr txBox="1"/>
          <p:nvPr userDrawn="1"/>
        </p:nvSpPr>
        <p:spPr>
          <a:xfrm>
            <a:off x="861378" y="6101839"/>
            <a:ext cx="6239638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EA002C"/>
                </a:solidFill>
              </a:rPr>
              <a:t>본 문서는 </a:t>
            </a:r>
            <a:r>
              <a:rPr lang="en-US" altLang="ko-KR" sz="1100" dirty="0">
                <a:solidFill>
                  <a:srgbClr val="EA002C"/>
                </a:solidFill>
              </a:rPr>
              <a:t>SK</a:t>
            </a:r>
            <a:r>
              <a:rPr lang="ko-KR" altLang="en-US" sz="1100" dirty="0">
                <a:solidFill>
                  <a:srgbClr val="EA002C"/>
                </a:solidFill>
              </a:rPr>
              <a:t>㈜</a:t>
            </a:r>
            <a:r>
              <a:rPr lang="en-US" altLang="ko-KR" sz="1100" dirty="0">
                <a:solidFill>
                  <a:srgbClr val="EA002C"/>
                </a:solidFill>
              </a:rPr>
              <a:t>AX</a:t>
            </a:r>
            <a:r>
              <a:rPr lang="ko-KR" altLang="en-US" sz="1100" dirty="0">
                <a:solidFill>
                  <a:srgbClr val="EA002C"/>
                </a:solidFill>
              </a:rPr>
              <a:t>의 컨텐츠 자산으로</a:t>
            </a:r>
            <a:r>
              <a:rPr lang="en-US" altLang="ko-KR" sz="1100" dirty="0">
                <a:solidFill>
                  <a:srgbClr val="EA002C"/>
                </a:solidFill>
              </a:rPr>
              <a:t>, </a:t>
            </a:r>
            <a:r>
              <a:rPr lang="ko-KR" altLang="en-US" sz="1100" dirty="0">
                <a:solidFill>
                  <a:srgbClr val="EA002C"/>
                </a:solidFill>
              </a:rPr>
              <a:t>무단 사용 및 불법 배포 시 법적 조치를 받을 수 있습니다</a:t>
            </a:r>
            <a:r>
              <a:rPr lang="en-US" altLang="ko-KR" sz="1100" dirty="0">
                <a:solidFill>
                  <a:srgbClr val="EA002C"/>
                </a:solidFill>
              </a:rPr>
              <a:t>.</a:t>
            </a:r>
            <a:endParaRPr lang="ko-KR" altLang="en-US" sz="1100" dirty="0">
              <a:solidFill>
                <a:srgbClr val="EA002C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4495833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=""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p:oleObj spid="_x0000_s3423" name="think-cell Slide" r:id="rId5" imgW="360" imgH="360" progId="">
              <p:embed/>
            </p:oleObj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=""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24)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62384" y="770028"/>
            <a:ext cx="9343143" cy="23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헤드라인 </a:t>
            </a:r>
            <a:r>
              <a:rPr lang="en-US" altLang="ko-KR" dirty="0"/>
              <a:t>Message</a:t>
            </a:r>
            <a:r>
              <a:rPr lang="ko-KR" altLang="en-US" dirty="0"/>
              <a:t>를 입력하세요</a:t>
            </a:r>
            <a:r>
              <a:rPr lang="en-US" altLang="ko-KR" dirty="0"/>
              <a:t> (</a:t>
            </a:r>
            <a:r>
              <a:rPr lang="ko-KR" altLang="en-US" dirty="0"/>
              <a:t>본문 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=""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="" xmlns:a16="http://schemas.microsoft.com/office/drawing/2014/main" id="{BDEBDA31-24C3-A70C-FDE0-16AA45F1D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2384" y="1151028"/>
            <a:ext cx="9343144" cy="495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본문은 자유롭게 작성해 주시 되 되도록이면 본문 폰트를 활용해 주세요 </a:t>
            </a:r>
            <a:r>
              <a:rPr lang="en-US" altLang="ko-KR" dirty="0"/>
              <a:t>(</a:t>
            </a:r>
            <a:r>
              <a:rPr lang="en-US" altLang="ko-KR" dirty="0" err="1"/>
              <a:t>Pretendard</a:t>
            </a:r>
            <a:r>
              <a:rPr lang="en-US" altLang="ko-KR" dirty="0"/>
              <a:t> Medium),  </a:t>
            </a:r>
            <a:r>
              <a:rPr lang="ko-KR" altLang="en-US" dirty="0"/>
              <a:t>사이즈는 최소 </a:t>
            </a:r>
            <a:r>
              <a:rPr lang="en-US" altLang="ko-KR" dirty="0"/>
              <a:t>12, </a:t>
            </a:r>
            <a:r>
              <a:rPr lang="ko-KR" altLang="en-US" dirty="0"/>
              <a:t>강조 색상은 표준 색상을 사용해 주세요</a:t>
            </a:r>
          </a:p>
        </p:txBody>
      </p:sp>
    </p:spTree>
    <p:extLst>
      <p:ext uri="{BB962C8B-B14F-4D97-AF65-F5344CB8AC3E}">
        <p14:creationId xmlns="" xmlns:p14="http://schemas.microsoft.com/office/powerpoint/2010/main" val="1857739006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=""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p:oleObj spid="_x0000_s4447" name="think-cell Slide" r:id="rId5" imgW="360" imgH="360" progId="">
              <p:embed/>
            </p:oleObj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=""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20)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62384" y="770028"/>
            <a:ext cx="9343143" cy="23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헤드라인 </a:t>
            </a:r>
            <a:r>
              <a:rPr lang="en-US" altLang="ko-KR" dirty="0"/>
              <a:t>Message</a:t>
            </a:r>
            <a:r>
              <a:rPr lang="ko-KR" altLang="en-US" dirty="0"/>
              <a:t>를 입력하세요</a:t>
            </a:r>
            <a:r>
              <a:rPr lang="en-US" altLang="ko-KR" dirty="0"/>
              <a:t> (</a:t>
            </a:r>
            <a:r>
              <a:rPr lang="ko-KR" altLang="en-US" dirty="0"/>
              <a:t>본문 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=""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45157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=""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p:oleObj spid="_x0000_s5471" name="think-cell Slide" r:id="rId5" imgW="360" imgH="360" progId="">
              <p:embed/>
            </p:oleObj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=""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24)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=""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00406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21980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p:oleObj spid="_x0000_s1375" name="think-cell Slide" r:id="rId12" imgW="360" imgH="360" progId="">
              <p:embed/>
            </p:oleObj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170080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KDT</a:t>
            </a:r>
            <a:r>
              <a:rPr lang="ko-KR" altLang="en-US" dirty="0"/>
              <a:t> 교재 마스터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AA8252B8-D0EF-EB75-0F12-74D3855BC559}"/>
              </a:ext>
            </a:extLst>
          </p:cNvPr>
          <p:cNvSpPr/>
          <p:nvPr userDrawn="1"/>
        </p:nvSpPr>
        <p:spPr>
          <a:xfrm>
            <a:off x="-479713" y="2309500"/>
            <a:ext cx="360000" cy="360000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EEB01FB9-8430-531E-6139-F65E056D5EC4}"/>
              </a:ext>
            </a:extLst>
          </p:cNvPr>
          <p:cNvSpPr/>
          <p:nvPr userDrawn="1"/>
        </p:nvSpPr>
        <p:spPr>
          <a:xfrm>
            <a:off x="-479713" y="2769179"/>
            <a:ext cx="360000" cy="360000"/>
          </a:xfrm>
          <a:prstGeom prst="rect">
            <a:avLst/>
          </a:prstGeom>
          <a:solidFill>
            <a:srgbClr val="00B0F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="" xmlns:a16="http://schemas.microsoft.com/office/drawing/2014/main" id="{8EBC31D4-604E-9584-0E6F-7F7E42A56DC4}"/>
              </a:ext>
            </a:extLst>
          </p:cNvPr>
          <p:cNvSpPr/>
          <p:nvPr/>
        </p:nvSpPr>
        <p:spPr>
          <a:xfrm>
            <a:off x="-479713" y="1817748"/>
            <a:ext cx="360000" cy="360000"/>
          </a:xfrm>
          <a:prstGeom prst="rect">
            <a:avLst/>
          </a:prstGeom>
          <a:gradFill flip="none" rotWithShape="1">
            <a:gsLst>
              <a:gs pos="0">
                <a:srgbClr val="FF7A00"/>
              </a:gs>
              <a:gs pos="100000">
                <a:srgbClr val="EA002C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="" xmlns:a16="http://schemas.microsoft.com/office/drawing/2014/main" id="{8ED7B8B8-E275-F5DF-96F8-1D9EE7CEF8AB}"/>
              </a:ext>
            </a:extLst>
          </p:cNvPr>
          <p:cNvSpPr/>
          <p:nvPr/>
        </p:nvSpPr>
        <p:spPr>
          <a:xfrm>
            <a:off x="-479713" y="884674"/>
            <a:ext cx="360000" cy="360000"/>
          </a:xfrm>
          <a:prstGeom prst="rect">
            <a:avLst/>
          </a:prstGeom>
          <a:solidFill>
            <a:srgbClr val="FF7A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="" xmlns:a16="http://schemas.microsoft.com/office/drawing/2014/main" id="{64464D42-9825-57BE-1E8F-BCC970E00E69}"/>
              </a:ext>
            </a:extLst>
          </p:cNvPr>
          <p:cNvSpPr/>
          <p:nvPr/>
        </p:nvSpPr>
        <p:spPr>
          <a:xfrm>
            <a:off x="-479713" y="1351211"/>
            <a:ext cx="360000" cy="360000"/>
          </a:xfrm>
          <a:prstGeom prst="rect">
            <a:avLst/>
          </a:prstGeom>
          <a:solidFill>
            <a:srgbClr val="EA002C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7B814FE6-2BDC-265A-EA72-17B882A7D337}"/>
              </a:ext>
            </a:extLst>
          </p:cNvPr>
          <p:cNvSpPr/>
          <p:nvPr/>
        </p:nvSpPr>
        <p:spPr>
          <a:xfrm>
            <a:off x="-479713" y="0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="" xmlns:a16="http://schemas.microsoft.com/office/drawing/2014/main" id="{327730CA-456E-4BEB-3010-186387248B61}"/>
              </a:ext>
            </a:extLst>
          </p:cNvPr>
          <p:cNvSpPr/>
          <p:nvPr/>
        </p:nvSpPr>
        <p:spPr>
          <a:xfrm>
            <a:off x="-479713" y="449293"/>
            <a:ext cx="360000" cy="360000"/>
          </a:xfrm>
          <a:prstGeom prst="rect">
            <a:avLst/>
          </a:prstGeom>
          <a:solidFill>
            <a:srgbClr val="B1B1B3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1377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954" r:id="rId2"/>
    <p:sldLayoutId id="2147483950" r:id="rId3"/>
    <p:sldLayoutId id="2147483948" r:id="rId4"/>
    <p:sldLayoutId id="2147483960" r:id="rId5"/>
    <p:sldLayoutId id="2147483961" r:id="rId6"/>
    <p:sldLayoutId id="2147483953" r:id="rId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1" hangingPunct="1">
        <a:lnSpc>
          <a:spcPct val="90000"/>
        </a:lnSpc>
        <a:spcBef>
          <a:spcPts val="1000"/>
        </a:spcBef>
        <a:buFontTx/>
        <a:buNone/>
        <a:defRPr sz="1800" b="1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F6A06A9-DFC4-1682-E671-FFB57EEA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9A67FC9-DDE4-BE01-97F0-C218B97C0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생성형 </a:t>
            </a:r>
            <a:r>
              <a:rPr lang="en-US" dirty="0" smtClean="0"/>
              <a:t>AI </a:t>
            </a:r>
            <a:r>
              <a:rPr smtClean="0"/>
              <a:t>기반 모델 개발 실습</a:t>
            </a:r>
            <a:endParaRPr lang="en-US" altLang="ko-KR" dirty="0" smtClean="0"/>
          </a:p>
          <a:p>
            <a:pPr algn="l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08E747AE-6DBC-269D-2EA1-593CC5512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mtClean="0"/>
              <a:t>실습 개요</a:t>
            </a:r>
            <a:endParaRPr lang="en-US" dirty="0" smtClean="0"/>
          </a:p>
          <a:p>
            <a:r>
              <a:rPr lang="en-US" altLang="ko-KR" dirty="0" smtClean="0"/>
              <a:t>ML</a:t>
            </a:r>
            <a:r>
              <a:rPr smtClean="0"/>
              <a:t> 모델 학습</a:t>
            </a:r>
            <a:endParaRPr lang="en-US" dirty="0" smtClean="0"/>
          </a:p>
          <a:p>
            <a:r>
              <a:rPr lang="en-US" altLang="ko-KR" dirty="0" smtClean="0"/>
              <a:t>ML</a:t>
            </a:r>
            <a:r>
              <a:rPr smtClean="0"/>
              <a:t> 모델 저장</a:t>
            </a:r>
            <a:endParaRPr lang="en-US" dirty="0" smtClean="0"/>
          </a:p>
          <a:p>
            <a:r>
              <a:rPr lang="en-US" altLang="ko-KR" dirty="0" smtClean="0"/>
              <a:t>ML</a:t>
            </a:r>
            <a:r>
              <a:rPr smtClean="0"/>
              <a:t> 모델 예측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4938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ko-KR" altLang="en-US" dirty="0"/>
              <a:t>실습 개요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26199" y="2440024"/>
            <a:ext cx="496847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목표 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 smtClean="0"/>
              <a:t>은행 고객 </a:t>
            </a:r>
            <a:r>
              <a:rPr lang="ko-KR" altLang="en-US" sz="1300" dirty="0"/>
              <a:t>이탈 요인을 분석</a:t>
            </a:r>
            <a:endParaRPr lang="en-US" altLang="ko-KR" sz="1300" dirty="0"/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 smtClean="0"/>
              <a:t>ML</a:t>
            </a:r>
            <a:r>
              <a:rPr lang="ko-KR" altLang="en-US" sz="1300" dirty="0" smtClean="0"/>
              <a:t> </a:t>
            </a:r>
            <a:r>
              <a:rPr lang="ko-KR" altLang="en-US" sz="1300" dirty="0"/>
              <a:t>기반의 미래 이탈 고객을 예측하는 </a:t>
            </a:r>
            <a:r>
              <a:rPr lang="en-US" altLang="ko-KR" sz="1300" dirty="0"/>
              <a:t>AI </a:t>
            </a:r>
            <a:r>
              <a:rPr lang="ko-KR" altLang="en-US" sz="1300" dirty="0"/>
              <a:t>모델을 구축</a:t>
            </a:r>
            <a:endParaRPr lang="en-US" altLang="ko-KR" sz="1300" dirty="0"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40944" y="1207661"/>
            <a:ext cx="921600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내용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생성형</a:t>
            </a:r>
            <a:r>
              <a:rPr lang="ko-KR" altLang="en-US" sz="1400" dirty="0"/>
              <a:t> </a:t>
            </a:r>
            <a:r>
              <a:rPr lang="en-US" altLang="ko-KR" sz="1400" dirty="0"/>
              <a:t>AI</a:t>
            </a:r>
            <a:r>
              <a:rPr lang="ko-KR" altLang="en-US" sz="1400" dirty="0"/>
              <a:t>를 활용하여 </a:t>
            </a:r>
            <a:r>
              <a:rPr lang="ko-KR" altLang="en-US" sz="1400" dirty="0" smtClean="0"/>
              <a:t>은행 </a:t>
            </a:r>
            <a:r>
              <a:rPr lang="ko-KR" altLang="en-US" sz="1400" dirty="0"/>
              <a:t>고객 이탈 예측 모델 개발 </a:t>
            </a:r>
            <a:r>
              <a:rPr lang="ko-KR" altLang="en-US" sz="1400" dirty="0" smtClean="0"/>
              <a:t>및 예측 실습</a:t>
            </a:r>
            <a:endParaRPr lang="en-US" altLang="ko-KR" sz="13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35723" y="3918502"/>
            <a:ext cx="9257728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환경 </a:t>
            </a:r>
            <a:r>
              <a:rPr lang="ko-KR" altLang="en-US" sz="1400" b="1" dirty="0">
                <a:latin typeface="+mj-lt"/>
                <a:cs typeface="Times New Roman" panose="02020603050405020304" pitchFamily="18" charset="0"/>
              </a:rPr>
              <a:t>   </a:t>
            </a:r>
            <a:endParaRPr lang="en-US" altLang="ko-KR" sz="1400" b="1" dirty="0">
              <a:latin typeface="+mj-lt"/>
              <a:cs typeface="Times New Roman" panose="02020603050405020304" pitchFamily="18" charset="0"/>
            </a:endParaRPr>
          </a:p>
          <a:p>
            <a:pPr marL="20638" lvl="2" latinLnBrk="0"/>
            <a:endParaRPr lang="en-US" altLang="ko-KR" sz="1400" b="1" dirty="0">
              <a:latin typeface="+mj-lt"/>
              <a:cs typeface="Times New Roman" panose="02020603050405020304" pitchFamily="18" charset="0"/>
            </a:endParaRPr>
          </a:p>
          <a:p>
            <a:pPr marL="20638" lvl="2" latinLnBrk="0"/>
            <a:r>
              <a:rPr lang="en-US" altLang="ko-KR" sz="1300" b="1" dirty="0">
                <a:latin typeface="+mj-lt"/>
                <a:cs typeface="Times New Roman" panose="02020603050405020304" pitchFamily="18" charset="0"/>
              </a:rPr>
              <a:t>     : </a:t>
            </a:r>
            <a:r>
              <a:rPr lang="en-US" altLang="ko-KR" sz="1300" dirty="0" smtClean="0">
                <a:latin typeface="+mn-ea"/>
                <a:cs typeface="Times New Roman" panose="02020603050405020304" pitchFamily="18" charset="0"/>
              </a:rPr>
              <a:t>Claude / </a:t>
            </a:r>
            <a:r>
              <a:rPr lang="en-US" altLang="ko-KR" sz="1300" dirty="0" smtClean="0">
                <a:latin typeface="+mn-ea"/>
                <a:cs typeface="Times New Roman" panose="02020603050405020304" pitchFamily="18" charset="0"/>
              </a:rPr>
              <a:t>GPT / Gemini</a:t>
            </a:r>
            <a:r>
              <a:rPr lang="ko-KR" altLang="en-US" sz="1300" dirty="0" smtClean="0">
                <a:latin typeface="+mn-ea"/>
                <a:cs typeface="Times New Roman" panose="02020603050405020304" pitchFamily="18" charset="0"/>
              </a:rPr>
              <a:t> </a:t>
            </a:r>
            <a:endParaRPr lang="ko-KR" altLang="en-US" sz="1300" dirty="0">
              <a:latin typeface="+mn-ea"/>
              <a:cs typeface="Times New Roman" panose="02020603050405020304" pitchFamily="18" charset="0"/>
            </a:endParaRP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20638" lvl="2" latinLnBrk="0"/>
            <a:r>
              <a:rPr lang="en-US" altLang="ko-KR" sz="1200" dirty="0">
                <a:cs typeface="Times New Roman" panose="02020603050405020304" pitchFamily="18" charset="0"/>
              </a:rPr>
              <a:t>    </a:t>
            </a:r>
            <a:r>
              <a:rPr lang="en-US" altLang="ko-KR" sz="1200" dirty="0">
                <a:cs typeface="Times New Roman" panose="02020603050405020304" pitchFamily="18" charset="0"/>
                <a:sym typeface="Wingdings 2"/>
              </a:rPr>
              <a:t> </a:t>
            </a:r>
            <a:r>
              <a:rPr lang="en-US" altLang="ko-KR" sz="1200" dirty="0">
                <a:cs typeface="Times New Roman" panose="02020603050405020304" pitchFamily="18" charset="0"/>
              </a:rPr>
              <a:t>LLM </a:t>
            </a:r>
            <a:r>
              <a:rPr lang="ko-KR" altLang="en-US" sz="1200" dirty="0">
                <a:cs typeface="Times New Roman" panose="02020603050405020304" pitchFamily="18" charset="0"/>
              </a:rPr>
              <a:t>무료 버전 사용 시 주의사항</a:t>
            </a:r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en-US" altLang="ko-KR" sz="1200" dirty="0">
                <a:sym typeface="Wingdings"/>
              </a:rPr>
              <a:t>- </a:t>
            </a:r>
            <a:r>
              <a:rPr lang="en-US" altLang="ko-KR" sz="1200" dirty="0"/>
              <a:t>GPT : </a:t>
            </a:r>
            <a:r>
              <a:rPr lang="ko-KR" altLang="en-US" sz="1200" dirty="0"/>
              <a:t>일부 </a:t>
            </a:r>
            <a:r>
              <a:rPr lang="en-US" altLang="ko-KR" sz="1200" dirty="0"/>
              <a:t>ML </a:t>
            </a:r>
            <a:r>
              <a:rPr lang="ko-KR" altLang="en-US" sz="1200" dirty="0"/>
              <a:t>모델의 경우 학습 시간이 </a:t>
            </a:r>
            <a:r>
              <a:rPr lang="ko-KR" altLang="en-US" sz="1200" dirty="0" smtClean="0"/>
              <a:t>지나치게 오래 </a:t>
            </a:r>
            <a:r>
              <a:rPr lang="ko-KR" altLang="en-US" sz="1200" dirty="0"/>
              <a:t>걸릴 수 </a:t>
            </a:r>
            <a:r>
              <a:rPr lang="ko-KR" altLang="en-US" sz="1200" dirty="0" smtClean="0"/>
              <a:t>있음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en-US" altLang="ko-KR" sz="1200" dirty="0" err="1" smtClean="0"/>
              <a:t>XGBoost</a:t>
            </a:r>
            <a:r>
              <a:rPr lang="en-US" altLang="ko-KR" sz="1200" dirty="0" smtClean="0"/>
              <a:t>)     </a:t>
            </a:r>
            <a:endParaRPr lang="en-US" altLang="ko-KR" sz="1200" dirty="0"/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en-US" altLang="ko-KR" sz="1200" dirty="0">
                <a:sym typeface="Wingdings"/>
              </a:rPr>
              <a:t>- </a:t>
            </a:r>
            <a:r>
              <a:rPr lang="en-US" altLang="ko-KR" sz="1200" dirty="0"/>
              <a:t>Gemini : </a:t>
            </a:r>
            <a:r>
              <a:rPr lang="ko-KR" altLang="en-US" sz="1200" dirty="0"/>
              <a:t>모델 파일</a:t>
            </a:r>
            <a:r>
              <a:rPr lang="en-US" altLang="ko-KR" sz="1200" dirty="0"/>
              <a:t>(.</a:t>
            </a:r>
            <a:r>
              <a:rPr lang="en-US" altLang="ko-KR" sz="1200" dirty="0" err="1"/>
              <a:t>pkl</a:t>
            </a:r>
            <a:r>
              <a:rPr lang="en-US" altLang="ko-KR" sz="1200" dirty="0"/>
              <a:t>) </a:t>
            </a:r>
            <a:r>
              <a:rPr lang="ko-KR" altLang="en-US" sz="1200" dirty="0"/>
              <a:t>저장</a:t>
            </a:r>
            <a:r>
              <a:rPr lang="en-US" altLang="ko-KR" sz="1200" dirty="0"/>
              <a:t>·</a:t>
            </a:r>
            <a:r>
              <a:rPr lang="ko-KR" altLang="en-US" sz="1200" dirty="0"/>
              <a:t>로딩 </a:t>
            </a:r>
            <a:r>
              <a:rPr lang="ko-KR" altLang="en-US" sz="1200" dirty="0" smtClean="0"/>
              <a:t>등 </a:t>
            </a:r>
            <a:r>
              <a:rPr lang="ko-KR" altLang="en-US" sz="1200" dirty="0"/>
              <a:t>일부 </a:t>
            </a:r>
            <a:r>
              <a:rPr lang="ko-KR" altLang="en-US" sz="1200" dirty="0" smtClean="0"/>
              <a:t>기능이 작동하지 않을 수 있음</a:t>
            </a:r>
            <a:endParaRPr lang="en-US" altLang="ko-KR" sz="1200" dirty="0" smtClean="0"/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 smtClean="0"/>
              <a:t>     </a:t>
            </a:r>
            <a:r>
              <a:rPr lang="en-US" altLang="ko-KR" sz="1200" dirty="0" smtClean="0">
                <a:sym typeface="Wingdings"/>
              </a:rPr>
              <a:t>- </a:t>
            </a:r>
            <a:r>
              <a:rPr lang="en-US" altLang="ko-KR" sz="1200" dirty="0" smtClean="0"/>
              <a:t>Claude : ML </a:t>
            </a:r>
            <a:r>
              <a:rPr lang="ko-KR" altLang="en-US" sz="1200" dirty="0" smtClean="0"/>
              <a:t>모델 학습 중 사용량 제한에 도달할 수 있으나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본 실습 범위에서는 지장 없음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ko-KR" altLang="en-US" dirty="0"/>
              <a:t>실습 개요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490113" y="1714081"/>
          <a:ext cx="5602104" cy="4058069"/>
        </p:xfrm>
        <a:graphic>
          <a:graphicData uri="http://schemas.openxmlformats.org/drawingml/2006/table">
            <a:tbl>
              <a:tblPr/>
              <a:tblGrid>
                <a:gridCol w="157778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666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5764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100" b="0" kern="100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컬럼명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설명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100" b="0" kern="100" dirty="0" smtClean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비고</a:t>
                      </a:r>
                      <a:endParaRPr lang="ko-KR" altLang="en-US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CustomerId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고객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ID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Surname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CreditScore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신용점수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Geography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거주 국가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Gender</a:t>
                      </a:r>
                      <a:endParaRPr lang="ko-KR" sz="1100" b="0" kern="10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성별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Age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나이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Balance</a:t>
                      </a:r>
                      <a:endParaRPr lang="ko-KR" sz="1100" b="0" kern="10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계좌 잔액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NumOfProducts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보유 금융상품 수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HasCrCard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신용카드 보유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(0/1)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IsActiveMember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활</a:t>
                      </a:r>
                      <a:r>
                        <a:rPr lang="ko-KR" altLang="en-US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동</a:t>
                      </a:r>
                      <a:r>
                        <a:rPr lang="ko-KR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회원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(0/1)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EstimatedSalary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추정 연봉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B71C1C"/>
                          </a:solidFill>
                          <a:latin typeface="+mn-ea"/>
                          <a:ea typeface="+mn-ea"/>
                          <a:cs typeface="Times New Roman"/>
                        </a:rPr>
                        <a:t>Exited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이탈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(0=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유지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, 1=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이탈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Target </a:t>
                      </a:r>
                      <a:r>
                        <a:rPr lang="ko-KR" altLang="en-US" sz="1100" b="0" kern="100" dirty="0" smtClean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변수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altLang="ko-KR" sz="1100" b="0" kern="100" dirty="0" err="1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baseDate</a:t>
                      </a:r>
                      <a:endParaRPr lang="ko-KR" altLang="ko-KR" sz="1100" b="0" kern="100" dirty="0">
                        <a:solidFill>
                          <a:srgbClr val="1A237E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기준일자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 accountOpeningDate</a:t>
                      </a:r>
                      <a:endParaRPr lang="ko-KR" altLang="ko-KR" sz="1100" b="0" kern="100" dirty="0">
                        <a:solidFill>
                          <a:srgbClr val="1A237E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계좌개설일자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8" name="직선 화살표 연결선 7"/>
          <p:cNvCxnSpPr/>
          <p:nvPr/>
        </p:nvCxnSpPr>
        <p:spPr>
          <a:xfrm>
            <a:off x="6406233" y="3761013"/>
            <a:ext cx="3162300" cy="272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이등변 삼각형 10"/>
          <p:cNvSpPr/>
          <p:nvPr/>
        </p:nvSpPr>
        <p:spPr>
          <a:xfrm>
            <a:off x="7668068" y="3804256"/>
            <a:ext cx="309966" cy="23247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/>
          </a:p>
        </p:txBody>
      </p:sp>
      <p:sp>
        <p:nvSpPr>
          <p:cNvPr id="12" name="텍스트 개체 틀 11">
            <a:extLst>
              <a:ext uri="{FF2B5EF4-FFF2-40B4-BE49-F238E27FC236}">
                <a16:creationId xmlns=""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93916" y="4106754"/>
            <a:ext cx="895561" cy="203517"/>
          </a:xfrm>
        </p:spPr>
        <p:txBody>
          <a:bodyPr/>
          <a:lstStyle/>
          <a:p>
            <a:r>
              <a:rPr sz="1200"/>
              <a:t>기준일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7832447" y="2914476"/>
            <a:ext cx="0" cy="875066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7838551" y="3445327"/>
            <a:ext cx="1691882" cy="2466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6351804" y="3232402"/>
            <a:ext cx="1471249" cy="6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1">
            <a:extLst>
              <a:ext uri="{FF2B5EF4-FFF2-40B4-BE49-F238E27FC236}">
                <a16:creationId xmlns=""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06348" y="2699738"/>
            <a:ext cx="1980446" cy="425116"/>
          </a:xfrm>
        </p:spPr>
        <p:txBody>
          <a:bodyPr/>
          <a:lstStyle/>
          <a:p>
            <a:pPr algn="ctr"/>
            <a:r>
              <a:rPr lang="en-US" sz="1200" dirty="0"/>
              <a:t>(</a:t>
            </a:r>
            <a:r>
              <a:rPr sz="1200">
                <a:solidFill>
                  <a:srgbClr val="0000FF"/>
                </a:solidFill>
              </a:rPr>
              <a:t>관찰 기간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Feature </a:t>
            </a:r>
            <a:r>
              <a:rPr sz="1200"/>
              <a:t>정의</a:t>
            </a:r>
            <a:r>
              <a:rPr lang="en-US" sz="1200" dirty="0"/>
              <a:t>, </a:t>
            </a:r>
            <a:r>
              <a:rPr sz="1200"/>
              <a:t>예</a:t>
            </a:r>
            <a:r>
              <a:rPr lang="en-US" sz="1200" dirty="0"/>
              <a:t>) 3</a:t>
            </a:r>
            <a:r>
              <a:rPr sz="1200"/>
              <a:t>년</a:t>
            </a:r>
          </a:p>
        </p:txBody>
      </p:sp>
      <p:sp>
        <p:nvSpPr>
          <p:cNvPr id="19" name="텍스트 개체 틀 11">
            <a:extLst>
              <a:ext uri="{FF2B5EF4-FFF2-40B4-BE49-F238E27FC236}">
                <a16:creationId xmlns=""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91124" y="2851399"/>
            <a:ext cx="2212921" cy="425116"/>
          </a:xfrm>
        </p:spPr>
        <p:txBody>
          <a:bodyPr/>
          <a:lstStyle/>
          <a:p>
            <a:pPr algn="ctr"/>
            <a:r>
              <a:rPr lang="en-US" sz="1200" dirty="0"/>
              <a:t>(</a:t>
            </a:r>
            <a:r>
              <a:rPr sz="1200">
                <a:solidFill>
                  <a:srgbClr val="0000FF"/>
                </a:solidFill>
              </a:rPr>
              <a:t>예측 기간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Target </a:t>
            </a:r>
            <a:r>
              <a:rPr sz="1200"/>
              <a:t>정의</a:t>
            </a:r>
            <a:r>
              <a:rPr lang="en-US" sz="1200" dirty="0"/>
              <a:t>, </a:t>
            </a:r>
            <a:r>
              <a:rPr sz="1200"/>
              <a:t>예</a:t>
            </a:r>
            <a:r>
              <a:rPr lang="en-US" sz="1200" dirty="0"/>
              <a:t>) 6</a:t>
            </a:r>
            <a:r>
              <a:rPr sz="1200"/>
              <a:t>개월</a:t>
            </a:r>
          </a:p>
        </p:txBody>
      </p:sp>
      <p:sp>
        <p:nvSpPr>
          <p:cNvPr id="20" name="곱셈 기호 19"/>
          <p:cNvSpPr/>
          <p:nvPr/>
        </p:nvSpPr>
        <p:spPr>
          <a:xfrm>
            <a:off x="8380976" y="3649304"/>
            <a:ext cx="309966" cy="325464"/>
          </a:xfrm>
          <a:prstGeom prst="mathMultiply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21" name="곱셈 기호 20"/>
          <p:cNvSpPr/>
          <p:nvPr/>
        </p:nvSpPr>
        <p:spPr>
          <a:xfrm>
            <a:off x="9109394" y="3649304"/>
            <a:ext cx="309966" cy="325464"/>
          </a:xfrm>
          <a:prstGeom prst="mathMultiply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23" name="직선 연결선 22"/>
          <p:cNvCxnSpPr/>
          <p:nvPr/>
        </p:nvCxnSpPr>
        <p:spPr>
          <a:xfrm rot="16200000" flipH="1">
            <a:off x="8596022" y="4007690"/>
            <a:ext cx="304979" cy="301123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10800000" flipV="1">
            <a:off x="8931731" y="4036760"/>
            <a:ext cx="348149" cy="273982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11">
            <a:extLst>
              <a:ext uri="{FF2B5EF4-FFF2-40B4-BE49-F238E27FC236}">
                <a16:creationId xmlns=""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74714" y="4370233"/>
            <a:ext cx="1849641" cy="234423"/>
          </a:xfrm>
        </p:spPr>
        <p:txBody>
          <a:bodyPr/>
          <a:lstStyle/>
          <a:p>
            <a:pPr algn="ctr"/>
            <a:r>
              <a:rPr sz="1200" i="1"/>
              <a:t>이탈 고객</a:t>
            </a:r>
          </a:p>
        </p:txBody>
      </p:sp>
      <p:sp>
        <p:nvSpPr>
          <p:cNvPr id="41" name="텍스트 개체 틀 3">
            <a:extLst>
              <a:ext uri="{FF2B5EF4-FFF2-40B4-BE49-F238E27FC236}">
                <a16:creationId xmlns="" xmlns:a16="http://schemas.microsoft.com/office/drawing/2014/main" id="{A519252B-7AF3-C889-C842-9E51E59291A6}"/>
              </a:ext>
            </a:extLst>
          </p:cNvPr>
          <p:cNvSpPr txBox="1">
            <a:spLocks/>
          </p:cNvSpPr>
          <p:nvPr/>
        </p:nvSpPr>
        <p:spPr>
          <a:xfrm>
            <a:off x="6519940" y="2287043"/>
            <a:ext cx="2803675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* (</a:t>
            </a:r>
            <a:r>
              <a:t>참고</a:t>
            </a:r>
            <a:r>
              <a:rPr lang="en-US" dirty="0"/>
              <a:t>) Target / Feature </a:t>
            </a:r>
            <a:r>
              <a:t>정의 예시</a:t>
            </a:r>
            <a:endParaRPr 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6168631" y="5203417"/>
            <a:ext cx="2940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  <a:sym typeface="Wingdings" pitchFamily="2" charset="2"/>
              </a:rPr>
              <a:t> </a:t>
            </a:r>
            <a:r>
              <a:rPr lang="ko-KR" altLang="en-US" sz="1200" dirty="0" smtClean="0">
                <a:latin typeface="+mn-ea"/>
              </a:rPr>
              <a:t> 예측 </a:t>
            </a:r>
            <a:r>
              <a:rPr lang="ko-KR" altLang="en-US" sz="1200" dirty="0">
                <a:latin typeface="+mn-ea"/>
              </a:rPr>
              <a:t>데이터 </a:t>
            </a:r>
            <a:r>
              <a:rPr lang="en-US" altLang="ko-KR" sz="1200" dirty="0">
                <a:latin typeface="+mn-ea"/>
              </a:rPr>
              <a:t>(bank_churn_new.csv) </a:t>
            </a:r>
            <a:r>
              <a:rPr lang="ko-KR" altLang="en-US" sz="1200" dirty="0">
                <a:latin typeface="+mn-ea"/>
              </a:rPr>
              <a:t>는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      Target </a:t>
            </a:r>
            <a:r>
              <a:rPr lang="ko-KR" altLang="en-US" sz="1200" dirty="0">
                <a:latin typeface="+mn-ea"/>
              </a:rPr>
              <a:t>변수인 </a:t>
            </a:r>
            <a:r>
              <a:rPr lang="en-US" altLang="ko-KR" sz="1200" dirty="0">
                <a:latin typeface="+mn-ea"/>
              </a:rPr>
              <a:t>Exited </a:t>
            </a:r>
            <a:r>
              <a:rPr lang="ko-KR" altLang="en-US" sz="1200" dirty="0">
                <a:latin typeface="+mn-ea"/>
              </a:rPr>
              <a:t>가 없음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40944" y="921911"/>
            <a:ext cx="921600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cs typeface="Times New Roman" panose="02020603050405020304" pitchFamily="18" charset="0"/>
              </a:rPr>
              <a:t>데이터 설명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학습</a:t>
            </a:r>
            <a:r>
              <a:rPr lang="en-US" altLang="ko-KR" sz="1400" dirty="0"/>
              <a:t>: bank_churn_train.csv</a:t>
            </a:r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57194" y="2661158"/>
            <a:ext cx="6086481" cy="23108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#1 – ML</a:t>
            </a:r>
            <a:r>
              <a:rPr lang="ko-KR" altLang="en-US" dirty="0"/>
              <a:t> 모델 학습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122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고객 이탈 예측 모델 </a:t>
            </a:r>
            <a:r>
              <a:rPr lang="ko-KR" altLang="en-US" sz="1300" dirty="0" smtClean="0"/>
              <a:t>생성</a:t>
            </a:r>
            <a:r>
              <a:rPr lang="en-US" altLang="ko-KR" sz="1300" dirty="0" smtClean="0"/>
              <a:t> / </a:t>
            </a:r>
            <a:r>
              <a:rPr lang="ko-KR" altLang="en-US" sz="1300" dirty="0"/>
              <a:t>고객 이탈 요인 분석</a:t>
            </a:r>
            <a:endParaRPr lang="en-US" altLang="ko-KR" sz="1300" dirty="0"/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준비 사항 </a:t>
            </a:r>
            <a:r>
              <a:rPr lang="en-US" altLang="ko-KR" sz="1300" dirty="0"/>
              <a:t>: Train </a:t>
            </a:r>
            <a:r>
              <a:rPr lang="ko-KR" altLang="en-US" sz="1300" dirty="0"/>
              <a:t>데이터 </a:t>
            </a:r>
            <a:r>
              <a:rPr lang="en-US" altLang="ko-KR" sz="1300" dirty="0"/>
              <a:t>(bank_churn_train.csv)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495115" y="2313342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5114" y="2714562"/>
            <a:ext cx="596468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첨부한 데이터 </a:t>
            </a:r>
            <a:r>
              <a:rPr lang="ko-KR" altLang="en-US" sz="1200" dirty="0" smtClean="0"/>
              <a:t>셋을 이용하여 아래 조건으로 </a:t>
            </a:r>
            <a:r>
              <a:rPr lang="ko-KR" altLang="en-US" sz="1200" dirty="0" err="1" smtClean="0"/>
              <a:t>머신러닝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모델을 만들어주세요</a:t>
            </a:r>
            <a:r>
              <a:rPr lang="en-US" altLang="ko-KR" sz="1200" dirty="0"/>
              <a:t>.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ko-KR" altLang="en-US" sz="1200" dirty="0"/>
              <a:t>조건</a:t>
            </a:r>
            <a:r>
              <a:rPr lang="en-US" altLang="ko-KR" sz="1200" dirty="0"/>
              <a:t>: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목표변수</a:t>
            </a:r>
            <a:r>
              <a:rPr lang="en-US" altLang="ko-KR" sz="1200" dirty="0"/>
              <a:t>: Exited (1=</a:t>
            </a:r>
            <a:r>
              <a:rPr lang="ko-KR" altLang="en-US" sz="1200" dirty="0"/>
              <a:t>이탈</a:t>
            </a:r>
            <a:r>
              <a:rPr lang="en-US" altLang="ko-KR" sz="1200" dirty="0"/>
              <a:t>, 0=</a:t>
            </a:r>
            <a:r>
              <a:rPr lang="ko-KR" altLang="en-US" sz="1200" dirty="0"/>
              <a:t>유지</a:t>
            </a:r>
            <a:r>
              <a:rPr lang="en-US" altLang="ko-KR" sz="1200" dirty="0"/>
              <a:t>)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사용할 알고리즘</a:t>
            </a:r>
            <a:r>
              <a:rPr lang="en-US" altLang="ko-KR" sz="1200" dirty="0"/>
              <a:t>: Random Forest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제외할 </a:t>
            </a:r>
            <a:r>
              <a:rPr lang="ko-KR" altLang="en-US" sz="1200" dirty="0" err="1"/>
              <a:t>컬럼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CustomerId</a:t>
            </a:r>
            <a:r>
              <a:rPr lang="en-US" altLang="ko-KR" sz="1200" dirty="0"/>
              <a:t>, </a:t>
            </a:r>
            <a:r>
              <a:rPr lang="en-US" altLang="ko-KR" sz="1200" dirty="0" smtClean="0"/>
              <a:t>Surname</a:t>
            </a:r>
            <a:endParaRPr lang="en-US" altLang="ko-KR" sz="1200" dirty="0"/>
          </a:p>
          <a:p>
            <a:r>
              <a:rPr lang="en-US" altLang="ko-KR" sz="1200" dirty="0"/>
              <a:t>- Data partition : </a:t>
            </a:r>
            <a:r>
              <a:rPr lang="en-US" altLang="ko-KR" sz="1200" dirty="0" smtClean="0"/>
              <a:t>Train=60%, Validation=20%, Test=20%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ko-KR" altLang="en-US" sz="1200" dirty="0"/>
              <a:t>결과 요청</a:t>
            </a:r>
            <a:r>
              <a:rPr lang="en-US" altLang="ko-KR" sz="1200" dirty="0"/>
              <a:t>: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 smtClean="0"/>
              <a:t>1) </a:t>
            </a:r>
            <a:r>
              <a:rPr lang="ko-KR" altLang="en-US" sz="1200" dirty="0" smtClean="0"/>
              <a:t>모델의 예측 성능</a:t>
            </a:r>
            <a:r>
              <a:rPr lang="en-US" altLang="ko-KR" sz="1200" dirty="0" smtClean="0"/>
              <a:t>(Accuracy, F1, AUC)</a:t>
            </a:r>
            <a:r>
              <a:rPr lang="ko-KR" altLang="en-US" sz="1200" dirty="0" smtClean="0"/>
              <a:t>을 </a:t>
            </a:r>
            <a:r>
              <a:rPr lang="en-US" altLang="ko-KR" sz="1200" dirty="0" smtClean="0"/>
              <a:t>Train, Validation, Test Set </a:t>
            </a:r>
            <a:r>
              <a:rPr lang="ko-KR" altLang="en-US" sz="1200" dirty="0" smtClean="0"/>
              <a:t>각각 비교해 주세요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 smtClean="0"/>
              <a:t>2) </a:t>
            </a:r>
            <a:r>
              <a:rPr lang="ko-KR" altLang="en-US" sz="1200" dirty="0" smtClean="0"/>
              <a:t>이탈 예측에 대한 변수 중요도 순위와 각 변수와 </a:t>
            </a:r>
            <a:r>
              <a:rPr lang="en-US" altLang="ko-KR" sz="1200" dirty="0" smtClean="0"/>
              <a:t>Target </a:t>
            </a:r>
            <a:r>
              <a:rPr lang="ko-KR" altLang="en-US" sz="1200" dirty="0" smtClean="0"/>
              <a:t>간의 관계를 분석해 주세요</a:t>
            </a:r>
            <a:endParaRPr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CA32D9F-3949-4E5E-BB30-3C3F109ED21A}"/>
              </a:ext>
            </a:extLst>
          </p:cNvPr>
          <p:cNvSpPr txBox="1"/>
          <p:nvPr/>
        </p:nvSpPr>
        <p:spPr>
          <a:xfrm>
            <a:off x="1285848" y="2359657"/>
            <a:ext cx="755339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* bank_churn_train.csv </a:t>
            </a:r>
            <a:r>
              <a:rPr lang="ko-KR" altLang="en-US" sz="1200" dirty="0"/>
              <a:t>업로드</a:t>
            </a:r>
            <a:endParaRPr lang="en-US" altLang="ko-KR" sz="1200" dirty="0"/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#1 – ML</a:t>
            </a:r>
            <a:r>
              <a:rPr lang="ko-KR" altLang="en-US" dirty="0"/>
              <a:t> 모델 학습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9894" y="1043861"/>
            <a:ext cx="1731887" cy="568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latin typeface="+mn-ea"/>
                <a:sym typeface="Wingdings 2"/>
              </a:rPr>
              <a:t>[</a:t>
            </a:r>
            <a:r>
              <a:rPr lang="en-US" sz="1400" dirty="0" smtClean="0"/>
              <a:t>Self-Practice]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=""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32723" y="1437771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None/>
            </a:pPr>
            <a:r>
              <a:rPr lang="en-US" altLang="ko-KR" sz="1200" b="0" dirty="0" smtClean="0">
                <a:latin typeface="+mn-ea"/>
              </a:rPr>
              <a:t>Q1) </a:t>
            </a:r>
            <a:r>
              <a:rPr lang="ko-KR" altLang="en-US" sz="1200" b="0" dirty="0" smtClean="0">
                <a:latin typeface="+mn-ea"/>
              </a:rPr>
              <a:t>위 분석에 사용된 코드를 </a:t>
            </a:r>
            <a:r>
              <a:rPr lang="en-US" altLang="ko-KR" sz="1200" b="0" dirty="0" smtClean="0">
                <a:latin typeface="+mn-ea"/>
              </a:rPr>
              <a:t>AI</a:t>
            </a:r>
            <a:r>
              <a:rPr lang="ko-KR" altLang="en-US" sz="1200" b="0" dirty="0" smtClean="0">
                <a:latin typeface="+mn-ea"/>
              </a:rPr>
              <a:t>에 요청하고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ko-KR" altLang="en-US" sz="1200" b="0" dirty="0" smtClean="0">
                <a:latin typeface="+mn-ea"/>
              </a:rPr>
              <a:t>생성된 코드를 </a:t>
            </a:r>
            <a:r>
              <a:rPr lang="ko-KR" altLang="en-US" sz="1200" b="0" dirty="0" err="1" smtClean="0">
                <a:latin typeface="+mn-ea"/>
              </a:rPr>
              <a:t>리뷰하면서</a:t>
            </a:r>
            <a:r>
              <a:rPr lang="ko-KR" altLang="en-US" sz="1200" b="0" dirty="0" smtClean="0">
                <a:latin typeface="+mn-ea"/>
              </a:rPr>
              <a:t> 이상이 없는지 검증해 보세요</a:t>
            </a:r>
            <a:r>
              <a:rPr lang="en-US" altLang="ko-KR" sz="1200" b="0" dirty="0" smtClean="0">
                <a:latin typeface="+mn-ea"/>
              </a:rPr>
              <a:t>.</a:t>
            </a:r>
          </a:p>
          <a:p>
            <a:pPr marL="171450" indent="-171450" eaLnBrk="1" hangingPunct="1">
              <a:lnSpc>
                <a:spcPct val="150000"/>
              </a:lnSpc>
              <a:buNone/>
            </a:pPr>
            <a:r>
              <a:rPr lang="en-US" altLang="ko-KR" sz="1200" b="0" dirty="0" smtClean="0">
                <a:latin typeface="+mn-ea"/>
              </a:rPr>
              <a:t>Q2) </a:t>
            </a:r>
            <a:r>
              <a:rPr lang="en-US" altLang="ko-KR" sz="1200" b="0" dirty="0" err="1" smtClean="0">
                <a:latin typeface="+mn-ea"/>
              </a:rPr>
              <a:t>RandomForest</a:t>
            </a:r>
            <a:r>
              <a:rPr lang="en-US" altLang="ko-KR" sz="1200" b="0" dirty="0" smtClean="0">
                <a:latin typeface="+mn-ea"/>
              </a:rPr>
              <a:t> </a:t>
            </a:r>
            <a:r>
              <a:rPr lang="ko-KR" altLang="en-US" sz="1200" b="0" dirty="0" smtClean="0">
                <a:latin typeface="+mn-ea"/>
              </a:rPr>
              <a:t>외 다른 </a:t>
            </a:r>
            <a:r>
              <a:rPr lang="en-US" altLang="ko-KR" sz="1200" b="0" dirty="0" smtClean="0">
                <a:latin typeface="+mn-ea"/>
              </a:rPr>
              <a:t>ML </a:t>
            </a:r>
            <a:r>
              <a:rPr lang="ko-KR" altLang="en-US" sz="1200" b="0" dirty="0" smtClean="0">
                <a:latin typeface="+mn-ea"/>
              </a:rPr>
              <a:t>모델</a:t>
            </a:r>
            <a:r>
              <a:rPr lang="en-US" altLang="ko-KR" sz="1200" b="0" dirty="0" smtClean="0">
                <a:latin typeface="+mn-ea"/>
              </a:rPr>
              <a:t>(</a:t>
            </a:r>
            <a:r>
              <a:rPr lang="en-US" altLang="ko-KR" sz="1200" b="0" dirty="0" err="1" smtClean="0">
                <a:latin typeface="+mn-ea"/>
              </a:rPr>
              <a:t>XGBoost</a:t>
            </a:r>
            <a:r>
              <a:rPr lang="en-US" altLang="ko-KR" sz="1200" b="0" dirty="0" smtClean="0">
                <a:latin typeface="+mn-ea"/>
              </a:rPr>
              <a:t>, </a:t>
            </a:r>
            <a:r>
              <a:rPr lang="en-US" altLang="ko-KR" sz="1200" b="0" dirty="0" err="1" smtClean="0">
                <a:latin typeface="+mn-ea"/>
              </a:rPr>
              <a:t>LightGBM</a:t>
            </a:r>
            <a:r>
              <a:rPr lang="en-US" altLang="ko-KR" sz="1200" b="0" dirty="0" smtClean="0">
                <a:latin typeface="+mn-ea"/>
              </a:rPr>
              <a:t> </a:t>
            </a:r>
            <a:r>
              <a:rPr lang="ko-KR" altLang="en-US" sz="1200" b="0" dirty="0" smtClean="0">
                <a:latin typeface="+mn-ea"/>
              </a:rPr>
              <a:t>등</a:t>
            </a:r>
            <a:r>
              <a:rPr lang="en-US" altLang="ko-KR" sz="1200" b="0" dirty="0" smtClean="0">
                <a:latin typeface="+mn-ea"/>
              </a:rPr>
              <a:t>)</a:t>
            </a:r>
            <a:r>
              <a:rPr lang="ko-KR" altLang="en-US" sz="1200" b="0" dirty="0" smtClean="0">
                <a:latin typeface="+mn-ea"/>
              </a:rPr>
              <a:t>을 적용하여 </a:t>
            </a:r>
            <a:r>
              <a:rPr lang="en-US" altLang="ko-KR" sz="1200" b="0" dirty="0" smtClean="0">
                <a:latin typeface="+mn-ea"/>
              </a:rPr>
              <a:t>Test Set </a:t>
            </a:r>
            <a:r>
              <a:rPr lang="ko-KR" altLang="en-US" sz="1200" b="0" dirty="0" smtClean="0">
                <a:latin typeface="+mn-ea"/>
              </a:rPr>
              <a:t>기준 가장 높은 </a:t>
            </a:r>
            <a:r>
              <a:rPr lang="en-US" altLang="ko-KR" sz="1200" b="0" dirty="0" smtClean="0">
                <a:latin typeface="+mn-ea"/>
              </a:rPr>
              <a:t>AUC </a:t>
            </a:r>
            <a:r>
              <a:rPr lang="ko-KR" altLang="en-US" sz="1200" b="0" dirty="0" smtClean="0">
                <a:latin typeface="+mn-ea"/>
              </a:rPr>
              <a:t>를 보이는 모델을 확인하세요</a:t>
            </a:r>
            <a:endParaRPr lang="en-US" altLang="ko-KR" sz="1200" b="0" dirty="0" smtClean="0">
              <a:latin typeface="+mn-ea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 smtClean="0">
              <a:solidFill>
                <a:prstClr val="black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 smtClean="0">
              <a:solidFill>
                <a:prstClr val="black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 smtClean="0">
              <a:solidFill>
                <a:prstClr val="black"/>
              </a:solidFill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b="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0369" y="2881883"/>
            <a:ext cx="5663256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5" name="Rectangle 2051">
            <a:extLst>
              <a:ext uri="{FF2B5EF4-FFF2-40B4-BE49-F238E27FC236}">
                <a16:creationId xmlns=""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23198" y="3199593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 smtClean="0">
                <a:cs typeface="Times New Roman" panose="02020603050405020304" pitchFamily="18" charset="0"/>
              </a:rPr>
              <a:t>모델 결과는 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모델 종류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,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모델 버전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,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유료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/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무료 버전 등에 따라 결과가 다를 수 있음 </a:t>
            </a:r>
          </a:p>
          <a:p>
            <a:pPr marL="180000" indent="-180000" latinLnBrk="0"/>
            <a:r>
              <a:rPr lang="ko-KR" altLang="en-US" sz="1200" b="0" dirty="0" smtClean="0">
                <a:cs typeface="Times New Roman" panose="02020603050405020304" pitchFamily="18" charset="0"/>
              </a:rPr>
              <a:t> 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이 처리할 수 있는 데이터 규모</a:t>
            </a:r>
          </a:p>
          <a:p>
            <a:pPr marL="180000" indent="-180000" latinLnBrk="0">
              <a:buNone/>
            </a:pPr>
            <a:r>
              <a:rPr lang="ko-KR" altLang="en-US" sz="1200" b="0" dirty="0" smtClean="0">
                <a:cs typeface="Times New Roman" panose="02020603050405020304" pitchFamily="18" charset="0"/>
              </a:rPr>
              <a:t>     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- </a:t>
            </a:r>
            <a:r>
              <a:rPr lang="ko-KR" altLang="en-US" sz="1200" b="0" dirty="0" err="1" smtClean="0">
                <a:cs typeface="Times New Roman" panose="02020603050405020304" pitchFamily="18" charset="0"/>
              </a:rPr>
              <a:t>컬럼갯수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,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알고리즘 복잡도 등에 따라 다름 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(</a:t>
            </a:r>
            <a:r>
              <a:rPr lang="ko-KR" altLang="en-US" sz="1200" b="0" dirty="0" err="1" smtClean="0">
                <a:cs typeface="Times New Roman" panose="02020603050405020304" pitchFamily="18" charset="0"/>
              </a:rPr>
              <a:t>수천건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~ </a:t>
            </a:r>
            <a:r>
              <a:rPr lang="ko-KR" altLang="en-US" sz="1200" b="0" dirty="0" err="1" smtClean="0">
                <a:cs typeface="Times New Roman" panose="02020603050405020304" pitchFamily="18" charset="0"/>
              </a:rPr>
              <a:t>수백만건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)</a:t>
            </a:r>
          </a:p>
          <a:p>
            <a:pPr marL="180000" indent="-180000" latinLnBrk="0">
              <a:buNone/>
            </a:pPr>
            <a:r>
              <a:rPr lang="en-US" altLang="ko-KR" sz="1200" b="0" dirty="0" smtClean="0">
                <a:cs typeface="Times New Roman" panose="02020603050405020304" pitchFamily="18" charset="0"/>
              </a:rPr>
              <a:t>     -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일부 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LLM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은 유료</a:t>
            </a:r>
            <a:r>
              <a:rPr lang="en-US" altLang="ko-KR" sz="1200" b="0" dirty="0" smtClean="0">
                <a:cs typeface="Times New Roman" panose="02020603050405020304" pitchFamily="18" charset="0"/>
              </a:rPr>
              <a:t>/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무료 버전에 따라 다름 </a:t>
            </a:r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57194" y="2403985"/>
            <a:ext cx="7384947" cy="16100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#2 – ML</a:t>
            </a:r>
            <a:r>
              <a:rPr lang="ko-KR" altLang="en-US" dirty="0"/>
              <a:t> 모델 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623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학습된 고객 이탈 예측 모델을 </a:t>
            </a:r>
            <a:r>
              <a:rPr lang="en-US" altLang="ko-KR" sz="1300" dirty="0"/>
              <a:t>Local </a:t>
            </a:r>
            <a:r>
              <a:rPr lang="ko-KR" altLang="en-US" sz="1300" dirty="0"/>
              <a:t>에 저장함</a:t>
            </a:r>
            <a:endParaRPr lang="en-US" altLang="ko-KR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495115" y="2056167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5114" y="2457387"/>
            <a:ext cx="7130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앞에서 학습한 전체 과정을 </a:t>
            </a:r>
            <a:r>
              <a:rPr lang="en-US" altLang="ko-KR" sz="1200" dirty="0"/>
              <a:t>bank_churn_model.pkl</a:t>
            </a:r>
            <a:r>
              <a:rPr lang="en-US" sz="1200" dirty="0"/>
              <a:t> </a:t>
            </a:r>
            <a:r>
              <a:rPr lang="ko-KR" altLang="en-US" sz="1200" dirty="0"/>
              <a:t>파일로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다운로드 링크를 제공해 주세요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/>
            </a:r>
            <a:br>
              <a:rPr lang="en-US" altLang="ko-KR" sz="1200" dirty="0"/>
            </a:br>
            <a:r>
              <a:rPr lang="ko-KR" altLang="en-US" sz="1200" dirty="0"/>
              <a:t>조건</a:t>
            </a:r>
            <a:r>
              <a:rPr lang="en-US" altLang="ko-KR" sz="1200" dirty="0"/>
              <a:t>:</a:t>
            </a:r>
            <a:br>
              <a:rPr lang="en-US" altLang="ko-KR" sz="1200" dirty="0"/>
            </a:br>
            <a:r>
              <a:rPr lang="en-US" altLang="ko-KR" sz="1200" dirty="0"/>
              <a:t>- Target: Exited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제외 </a:t>
            </a:r>
            <a:r>
              <a:rPr lang="ko-KR" altLang="en-US" sz="1200" dirty="0" err="1"/>
              <a:t>컬럼</a:t>
            </a:r>
            <a:r>
              <a:rPr lang="en-US" altLang="ko-KR" sz="1200" dirty="0"/>
              <a:t>: </a:t>
            </a:r>
            <a:r>
              <a:rPr lang="en-US" altLang="ko-KR" sz="1200" dirty="0" err="1" smtClean="0"/>
              <a:t>CustomerId</a:t>
            </a:r>
            <a:r>
              <a:rPr lang="en-US" altLang="ko-KR" sz="1200" dirty="0" smtClean="0"/>
              <a:t>, Surname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en-US" altLang="ko-KR" sz="1200" dirty="0"/>
              <a:t> </a:t>
            </a:r>
            <a:r>
              <a:rPr lang="ko-KR" altLang="en-US" sz="1200" dirty="0"/>
              <a:t>사용한 알고리즘</a:t>
            </a:r>
            <a:r>
              <a:rPr lang="en-US" altLang="ko-KR" sz="1200" dirty="0"/>
              <a:t>: Random Forest 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 err="1"/>
              <a:t>그외</a:t>
            </a:r>
            <a:r>
              <a:rPr lang="ko-KR" altLang="en-US" sz="1200" dirty="0"/>
              <a:t> 모든 전처리 과정이 포함된 </a:t>
            </a:r>
            <a:r>
              <a:rPr lang="en-US" altLang="ko-KR" sz="1200" dirty="0"/>
              <a:t>Pipeline</a:t>
            </a:r>
            <a:r>
              <a:rPr lang="ko-KR" altLang="en-US" sz="1200" dirty="0"/>
              <a:t>으로 구성 </a:t>
            </a:r>
            <a:r>
              <a:rPr lang="en-US" altLang="ko-KR" sz="1200" dirty="0"/>
              <a:t/>
            </a:r>
            <a:br>
              <a:rPr lang="en-US" altLang="ko-KR" sz="1200" dirty="0"/>
            </a:br>
            <a:endParaRPr lang="en-US" altLang="ko-KR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0369" y="4386833"/>
            <a:ext cx="5663256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=""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23198" y="4704543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저장시에는</a:t>
            </a:r>
            <a:r>
              <a:rPr lang="ko-KR" altLang="en-US" sz="1200" b="0" dirty="0">
                <a:cs typeface="Times New Roman" panose="02020603050405020304" pitchFamily="18" charset="0"/>
              </a:rPr>
              <a:t> 학습 모델 외 데이터 전처리 등 모든 변환 과정이 저장되어야 함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저장 모델과 학습 모델과의 동일성 여부는 보장 안됨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저장 모델은 추후 </a:t>
            </a:r>
            <a:r>
              <a:rPr lang="en-US" altLang="ko-KR" sz="1200" b="0" dirty="0">
                <a:cs typeface="Times New Roman" panose="02020603050405020304" pitchFamily="18" charset="0"/>
              </a:rPr>
              <a:t>Local </a:t>
            </a:r>
            <a:r>
              <a:rPr lang="ko-KR" altLang="en-US" sz="1200" b="0" dirty="0">
                <a:cs typeface="Times New Roman" panose="02020603050405020304" pitchFamily="18" charset="0"/>
              </a:rPr>
              <a:t>코드 환경에서 실행하거나</a:t>
            </a:r>
            <a:r>
              <a:rPr lang="en-US" altLang="ko-KR" sz="1200" b="0" dirty="0">
                <a:cs typeface="Times New Roman" panose="02020603050405020304" pitchFamily="18" charset="0"/>
              </a:rPr>
              <a:t>, LLM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채팅창에서</a:t>
            </a:r>
            <a:r>
              <a:rPr lang="ko-KR" altLang="en-US" sz="1200" b="0" dirty="0">
                <a:cs typeface="Times New Roman" panose="02020603050405020304" pitchFamily="18" charset="0"/>
              </a:rPr>
              <a:t> 불러와 사용할 수 있음</a:t>
            </a: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일부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의 경우 </a:t>
            </a:r>
            <a:r>
              <a:rPr lang="en-US" altLang="en-US" sz="1200" b="0" dirty="0">
                <a:cs typeface="Times New Roman" panose="02020603050405020304" pitchFamily="18" charset="0"/>
              </a:rPr>
              <a:t>.</a:t>
            </a:r>
            <a:r>
              <a:rPr lang="en-US" altLang="en-US" sz="1200" b="0" dirty="0" err="1">
                <a:cs typeface="Times New Roman" panose="02020603050405020304" pitchFamily="18" charset="0"/>
              </a:rPr>
              <a:t>pkl</a:t>
            </a:r>
            <a:r>
              <a:rPr lang="en-US" altLang="en-US" sz="1200" b="0" dirty="0">
                <a:cs typeface="Times New Roman" panose="02020603050405020304" pitchFamily="18" charset="0"/>
              </a:rPr>
              <a:t> </a:t>
            </a:r>
            <a:r>
              <a:rPr lang="ko-KR" altLang="en-US" sz="1200" b="0" dirty="0">
                <a:cs typeface="Times New Roman" panose="02020603050405020304" pitchFamily="18" charset="0"/>
              </a:rPr>
              <a:t>파일 제공이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안되는</a:t>
            </a:r>
            <a:r>
              <a:rPr lang="ko-KR" altLang="en-US" sz="1200" b="0" dirty="0">
                <a:cs typeface="Times New Roman" panose="02020603050405020304" pitchFamily="18" charset="0"/>
              </a:rPr>
              <a:t> 경우 있음 </a:t>
            </a:r>
            <a:endParaRPr lang="en-US" altLang="ko-KR" sz="12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=""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=""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rPr/>
              <a:t>생성형 </a:t>
            </a:r>
            <a:r>
              <a:rPr lang="en-US" altLang="ko-KR" dirty="0"/>
              <a:t>AI </a:t>
            </a:r>
            <a:r>
              <a:rPr/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#3 – ML</a:t>
            </a:r>
            <a:r>
              <a:rPr lang="ko-KR" altLang="en-US" dirty="0"/>
              <a:t> 모델 예측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946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학습된 </a:t>
            </a:r>
            <a:r>
              <a:rPr lang="en-US" altLang="ko-KR" sz="1300" dirty="0"/>
              <a:t>ML </a:t>
            </a:r>
            <a:r>
              <a:rPr lang="ko-KR" altLang="en-US" sz="1300" dirty="0"/>
              <a:t>모델을 이용하여 신규 고객 대상 이탈 </a:t>
            </a:r>
            <a:r>
              <a:rPr lang="en-US" altLang="ko-KR" sz="1300" dirty="0"/>
              <a:t>Score </a:t>
            </a:r>
            <a:r>
              <a:rPr lang="ko-KR" altLang="en-US" sz="1300" dirty="0"/>
              <a:t>생성하기</a:t>
            </a: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준비 사항 </a:t>
            </a:r>
            <a:r>
              <a:rPr lang="en-US" altLang="ko-KR" sz="1300" dirty="0"/>
              <a:t>: New </a:t>
            </a:r>
            <a:r>
              <a:rPr lang="ko-KR" altLang="en-US" sz="1300" dirty="0"/>
              <a:t>데이터 </a:t>
            </a:r>
            <a:r>
              <a:rPr lang="en-US" altLang="ko-KR" sz="1300" dirty="0"/>
              <a:t>(bank_churn_new.csv</a:t>
            </a:r>
            <a:r>
              <a:rPr lang="en-US" altLang="ko-KR" sz="1300" dirty="0" smtClean="0"/>
              <a:t>), </a:t>
            </a:r>
            <a:r>
              <a:rPr lang="ko-KR" altLang="en-US" sz="1300" dirty="0" smtClean="0"/>
              <a:t>모델</a:t>
            </a:r>
            <a:r>
              <a:rPr lang="en-US" altLang="ko-KR" sz="1300" dirty="0" smtClean="0"/>
              <a:t> </a:t>
            </a:r>
            <a:r>
              <a:rPr lang="ko-KR" altLang="en-US" sz="1300" dirty="0"/>
              <a:t>저장 파일 </a:t>
            </a:r>
            <a:r>
              <a:rPr lang="en-US" altLang="ko-KR" sz="1300" dirty="0"/>
              <a:t>(</a:t>
            </a:r>
            <a:r>
              <a:rPr lang="en-US" sz="1400" dirty="0"/>
              <a:t>bank_churn_model.pkl) </a:t>
            </a:r>
            <a:endParaRPr lang="en-US" altLang="ko-KR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64871" y="4645088"/>
            <a:ext cx="1731887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=""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07700" y="4962798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 저장 파일을 이용하지 않고 </a:t>
            </a:r>
            <a:r>
              <a:rPr lang="ko-KR" altLang="en-US" sz="1200" b="0" dirty="0" smtClean="0">
                <a:cs typeface="Times New Roman" panose="02020603050405020304" pitchFamily="18" charset="0"/>
              </a:rPr>
              <a:t>세션에서 바로 </a:t>
            </a:r>
            <a:r>
              <a:rPr lang="ko-KR" altLang="en-US" sz="1200" b="0" dirty="0">
                <a:cs typeface="Times New Roman" panose="02020603050405020304" pitchFamily="18" charset="0"/>
              </a:rPr>
              <a:t>예측하는 경우는 대화 세션이 유지되는 경우에만 가능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</a:t>
            </a:r>
            <a:r>
              <a:rPr lang="en-US" altLang="ko-KR" sz="1200" b="0" dirty="0">
                <a:cs typeface="Times New Roman" panose="02020603050405020304" pitchFamily="18" charset="0"/>
              </a:rPr>
              <a:t> </a:t>
            </a:r>
            <a:r>
              <a:rPr lang="ko-KR" altLang="en-US" sz="1200" b="0" dirty="0">
                <a:cs typeface="Times New Roman" panose="02020603050405020304" pitchFamily="18" charset="0"/>
              </a:rPr>
              <a:t>저장 파일</a:t>
            </a:r>
            <a:r>
              <a:rPr lang="en-US" altLang="ko-KR" sz="1200" b="0" dirty="0">
                <a:cs typeface="Times New Roman" panose="02020603050405020304" pitchFamily="18" charset="0"/>
              </a:rPr>
              <a:t>(</a:t>
            </a:r>
            <a:r>
              <a:rPr lang="en-US" altLang="en-US" sz="1200" b="0" dirty="0">
                <a:cs typeface="Times New Roman" panose="02020603050405020304" pitchFamily="18" charset="0"/>
              </a:rPr>
              <a:t>.</a:t>
            </a:r>
            <a:r>
              <a:rPr lang="en-US" altLang="en-US" sz="1200" b="0" dirty="0" err="1">
                <a:cs typeface="Times New Roman" panose="02020603050405020304" pitchFamily="18" charset="0"/>
              </a:rPr>
              <a:t>pkl</a:t>
            </a:r>
            <a:r>
              <a:rPr lang="en-US" altLang="en-US" sz="1200" b="0" dirty="0">
                <a:cs typeface="Times New Roman" panose="02020603050405020304" pitchFamily="18" charset="0"/>
              </a:rPr>
              <a:t>) </a:t>
            </a:r>
            <a:r>
              <a:rPr lang="ko-KR" altLang="en-US" sz="1200" b="0" dirty="0">
                <a:cs typeface="Times New Roman" panose="02020603050405020304" pitchFamily="18" charset="0"/>
              </a:rPr>
              <a:t>의 경우 일부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에서는 보안상 이유로 정상적인 업로드가 안되는 경우 있음</a:t>
            </a:r>
            <a:r>
              <a:rPr lang="en-US" altLang="ko-KR" sz="1200" b="0" dirty="0">
                <a:cs typeface="Times New Roman" panose="02020603050405020304" pitchFamily="18" charset="0"/>
              </a:rPr>
              <a:t>(Gemini)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62115" y="2677239"/>
            <a:ext cx="6217654" cy="6636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500035" y="2344920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 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0034" y="2746140"/>
            <a:ext cx="635021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첨부한 모델</a:t>
            </a:r>
            <a:r>
              <a:rPr lang="en-US" altLang="ko-KR" sz="1200" dirty="0"/>
              <a:t> </a:t>
            </a:r>
            <a:r>
              <a:rPr lang="ko-KR" altLang="en-US" sz="1200" dirty="0"/>
              <a:t>저장 파일</a:t>
            </a:r>
            <a:r>
              <a:rPr lang="en-US" altLang="ko-KR" sz="1200" dirty="0"/>
              <a:t>(</a:t>
            </a:r>
            <a:r>
              <a:rPr lang="en-US" sz="1200" dirty="0"/>
              <a:t>bank_churn_model.pkl)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이용하여 </a:t>
            </a:r>
            <a:r>
              <a:rPr lang="en-US" altLang="ko-KR" sz="1200" dirty="0"/>
              <a:t>bank_churn_new.csv  </a:t>
            </a:r>
            <a:r>
              <a:rPr lang="ko-KR" altLang="en-US" sz="1200" dirty="0"/>
              <a:t>데이터의 </a:t>
            </a:r>
            <a:endParaRPr lang="en-US" altLang="ko-KR" sz="1200" dirty="0"/>
          </a:p>
          <a:p>
            <a:r>
              <a:rPr lang="ko-KR" altLang="en-US" sz="1200" dirty="0"/>
              <a:t>이탈 예측 </a:t>
            </a:r>
            <a:r>
              <a:rPr lang="en-US" altLang="ko-KR" sz="1200" dirty="0"/>
              <a:t>Score </a:t>
            </a:r>
            <a:r>
              <a:rPr lang="ko-KR" altLang="en-US" sz="1200" dirty="0"/>
              <a:t>를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결과를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파일로 제공해 주세요</a:t>
            </a:r>
            <a:r>
              <a:rPr lang="en-US" altLang="ko-KR" sz="1200" dirty="0"/>
              <a:t>.</a:t>
            </a:r>
            <a:r>
              <a:rPr lang="ko-KR" altLang="en-US" sz="1200" dirty="0"/>
              <a:t/>
            </a:r>
            <a:br>
              <a:rPr lang="ko-KR" altLang="en-US" sz="1200" dirty="0"/>
            </a:br>
            <a:r>
              <a:rPr lang="ko-KR" altLang="en-US" sz="1200" dirty="0"/>
              <a:t/>
            </a:r>
            <a:br>
              <a:rPr lang="ko-KR" altLang="en-US" sz="1200" dirty="0"/>
            </a:b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1340694" y="2361502"/>
            <a:ext cx="403140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* bank_churn_new.csv + </a:t>
            </a:r>
            <a:r>
              <a:rPr lang="ko-KR" altLang="en-US" sz="1200" dirty="0"/>
              <a:t>모델</a:t>
            </a:r>
            <a:r>
              <a:rPr lang="en-US" altLang="ko-KR" sz="1200" dirty="0"/>
              <a:t> </a:t>
            </a:r>
            <a:r>
              <a:rPr lang="ko-KR" altLang="en-US" sz="1200" dirty="0"/>
              <a:t>저장 파일</a:t>
            </a:r>
            <a:r>
              <a:rPr lang="en-US" altLang="ko-KR" sz="1200" dirty="0"/>
              <a:t>(.</a:t>
            </a:r>
            <a:r>
              <a:rPr lang="en-US" altLang="ko-KR" sz="1200" dirty="0" err="1"/>
              <a:t>pkl</a:t>
            </a:r>
            <a:r>
              <a:rPr lang="en-US" altLang="ko-KR" sz="1200" dirty="0"/>
              <a:t>) </a:t>
            </a:r>
            <a:r>
              <a:rPr lang="ko-KR" altLang="en-US" sz="1200" dirty="0"/>
              <a:t>업로드</a:t>
            </a:r>
            <a:endParaRPr lang="en-US" altLang="ko-KR" sz="1200" dirty="0"/>
          </a:p>
        </p:txBody>
      </p:sp>
    </p:spTree>
    <p:extLst>
      <p:ext uri="{BB962C8B-B14F-4D97-AF65-F5344CB8AC3E}">
        <p14:creationId xmlns="" xmlns:p14="http://schemas.microsoft.com/office/powerpoint/2010/main" val="55047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40E35057-18B8-D8F7-2DB1-988C21D0C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  <a:r>
              <a:rPr lang="en-US" altLang="ko-KR" dirty="0"/>
              <a:t>.</a:t>
            </a:r>
            <a:endParaRPr lang="x-none" dirty="0"/>
          </a:p>
        </p:txBody>
      </p:sp>
    </p:spTree>
    <p:extLst>
      <p:ext uri="{BB962C8B-B14F-4D97-AF65-F5344CB8AC3E}">
        <p14:creationId xmlns="" xmlns:p14="http://schemas.microsoft.com/office/powerpoint/2010/main" val="132659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eca06NMLHHJC8zQZjVW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tendard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>
              <a:lumMod val="65000"/>
              <a:lumOff val="35000"/>
            </a:schemeClr>
          </a:solidFill>
        </a:ln>
      </a:spPr>
      <a:bodyPr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84138" indent="-84138">
          <a:lnSpc>
            <a:spcPct val="120000"/>
          </a:lnSpc>
          <a:buFont typeface="Wingdings" panose="05000000000000000000" pitchFamily="2" charset="2"/>
          <a:buChar char="§"/>
          <a:defRPr sz="900" dirty="0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내부comm용 심플" id="{4A0C3DB8-EEC1-42BA-9222-F40E8D6AA2B3}" vid="{401FA2C1-4B49-4319-8EE3-25AFD2B8538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3D6CA385725D44FAA3BCF8292EF004F" ma:contentTypeVersion="11" ma:contentTypeDescription="새 문서를 만듭니다." ma:contentTypeScope="" ma:versionID="383b40ae94e3bd5ba7a19baedfb4c446">
  <xsd:schema xmlns:xsd="http://www.w3.org/2001/XMLSchema" xmlns:xs="http://www.w3.org/2001/XMLSchema" xmlns:p="http://schemas.microsoft.com/office/2006/metadata/properties" xmlns:ns2="84198013-06ec-409b-adbe-04c7d6e6a649" xmlns:ns3="ec162c2d-7e33-423b-a8ed-b3725c1ee97c" targetNamespace="http://schemas.microsoft.com/office/2006/metadata/properties" ma:root="true" ma:fieldsID="2cecf610468c04cc21b460808f7feb1a" ns2:_="" ns3:_="">
    <xsd:import namespace="84198013-06ec-409b-adbe-04c7d6e6a649"/>
    <xsd:import namespace="ec162c2d-7e33-423b-a8ed-b3725c1ee9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98013-06ec-409b-adbe-04c7d6e6a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62c2d-7e33-423b-a8ed-b3725c1ee97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724ac7-7291-459c-9833-6e9160b6766e}" ma:internalName="TaxCatchAll" ma:showField="CatchAllData" ma:web="ec162c2d-7e33-423b-a8ed-b3725c1ee9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162c2d-7e33-423b-a8ed-b3725c1ee97c" xsi:nil="true"/>
    <lcf76f155ced4ddcb4097134ff3c332f xmlns="84198013-06ec-409b-adbe-04c7d6e6a64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88A15A-4D90-47E4-9CA3-D267B966C9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198013-06ec-409b-adbe-04c7d6e6a649"/>
    <ds:schemaRef ds:uri="ec162c2d-7e33-423b-a8ed-b3725c1ee9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5AA10C-62BC-4FF5-B805-1FD5F68B5825}">
  <ds:schemaRefs>
    <ds:schemaRef ds:uri="0a564a77-2746-4e45-b134-461cd0999bb5"/>
    <ds:schemaRef ds:uri="cd722c7a-c613-4ea9-8d6c-421621450052"/>
    <ds:schemaRef ds:uri="f51e37fc-4c9a-434a-a6ba-a67f2d5a5b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ec162c2d-7e33-423b-a8ed-b3725c1ee97c"/>
    <ds:schemaRef ds:uri="84198013-06ec-409b-adbe-04c7d6e6a649"/>
  </ds:schemaRefs>
</ds:datastoreItem>
</file>

<file path=customXml/itemProps3.xml><?xml version="1.0" encoding="utf-8"?>
<ds:datastoreItem xmlns:ds="http://schemas.openxmlformats.org/officeDocument/2006/customXml" ds:itemID="{EB847A4A-8514-4409-9CA7-3EA8F2ECE9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내부comm용 심플</Template>
  <TotalTime>15011</TotalTime>
  <Words>604</Words>
  <Application>Microsoft Office PowerPoint</Application>
  <PresentationFormat>A4 용지(210x297mm)</PresentationFormat>
  <Paragraphs>121</Paragraphs>
  <Slides>8</Slides>
  <Notes>8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디자인 사용자 지정</vt:lpstr>
      <vt:lpstr>think-cell Slide</vt:lpstr>
      <vt:lpstr>슬라이드 0</vt:lpstr>
      <vt:lpstr>실습 개요</vt:lpstr>
      <vt:lpstr>실습 개요</vt:lpstr>
      <vt:lpstr>Practice #1 – ML 모델 학습</vt:lpstr>
      <vt:lpstr>Practice #1 – ML 모델 학습</vt:lpstr>
      <vt:lpstr>Practice #2 – ML 모델 저장</vt:lpstr>
      <vt:lpstr>Practice #3 – ML 모델 예측</vt:lpstr>
      <vt:lpstr>슬라이드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김영옥(KIM Youngok)/Talent Development팀/SK</dc:creator>
  <cp:lastModifiedBy>user</cp:lastModifiedBy>
  <cp:revision>1428</cp:revision>
  <cp:lastPrinted>2023-03-08T01:35:48Z</cp:lastPrinted>
  <dcterms:created xsi:type="dcterms:W3CDTF">2024-09-25T23:13:13Z</dcterms:created>
  <dcterms:modified xsi:type="dcterms:W3CDTF">2026-08-29T00:44:52Z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0x010100F3D6CA385725D44FAA3BCF8292EF004F</vt:lpwstr>
  </property>
  <property fmtid="{D5CDD505-2E9C-101B-9397-08002B2CF9AE}" pid="3" name="RoleCategory">
    <vt:i4>0</vt:i4>
  </property>
  <property fmtid="{D5CDD505-2E9C-101B-9397-08002B2CF9AE}" pid="4" name="MediaServiceImageTags">
    <vt:lpwstr/>
  </property>
</Properties>
</file>